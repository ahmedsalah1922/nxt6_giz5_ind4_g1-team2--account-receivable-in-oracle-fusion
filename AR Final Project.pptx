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67"/>
  </p:notesMasterIdLst>
  <p:handoutMasterIdLst>
    <p:handoutMasterId r:id="rId68"/>
  </p:handoutMasterIdLst>
  <p:sldIdLst>
    <p:sldId id="256" r:id="rId4"/>
    <p:sldId id="277" r:id="rId5"/>
    <p:sldId id="290" r:id="rId6"/>
    <p:sldId id="278" r:id="rId7"/>
    <p:sldId id="274" r:id="rId8"/>
    <p:sldId id="275" r:id="rId9"/>
    <p:sldId id="276" r:id="rId10"/>
    <p:sldId id="279" r:id="rId11"/>
    <p:sldId id="280" r:id="rId12"/>
    <p:sldId id="281" r:id="rId13"/>
    <p:sldId id="288" r:id="rId14"/>
    <p:sldId id="289" r:id="rId15"/>
    <p:sldId id="306" r:id="rId16"/>
    <p:sldId id="313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14" r:id="rId26"/>
    <p:sldId id="282" r:id="rId27"/>
    <p:sldId id="291" r:id="rId28"/>
    <p:sldId id="285" r:id="rId29"/>
    <p:sldId id="294" r:id="rId30"/>
    <p:sldId id="283" r:id="rId31"/>
    <p:sldId id="28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7" r:id="rId44"/>
    <p:sldId id="258" r:id="rId45"/>
    <p:sldId id="260" r:id="rId46"/>
    <p:sldId id="261" r:id="rId47"/>
    <p:sldId id="262" r:id="rId48"/>
    <p:sldId id="263" r:id="rId49"/>
    <p:sldId id="264" r:id="rId50"/>
    <p:sldId id="267" r:id="rId51"/>
    <p:sldId id="265" r:id="rId52"/>
    <p:sldId id="266" r:id="rId53"/>
    <p:sldId id="271" r:id="rId54"/>
    <p:sldId id="269" r:id="rId55"/>
    <p:sldId id="268" r:id="rId56"/>
    <p:sldId id="270" r:id="rId57"/>
    <p:sldId id="311" r:id="rId58"/>
    <p:sldId id="312" r:id="rId59"/>
    <p:sldId id="308" r:id="rId60"/>
    <p:sldId id="310" r:id="rId61"/>
    <p:sldId id="325" r:id="rId62"/>
    <p:sldId id="326" r:id="rId63"/>
    <p:sldId id="327" r:id="rId64"/>
    <p:sldId id="323" r:id="rId65"/>
    <p:sldId id="324" r:id="rId66"/>
  </p:sldIdLst>
  <p:sldSz cx="9144000" cy="5143500" type="screen16x9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ge" id="{51AED130-CFF9-4479-9EE2-02DB0C15A232}">
          <p14:sldIdLst>
            <p14:sldId id="256"/>
            <p14:sldId id="277"/>
          </p14:sldIdLst>
        </p14:section>
        <p14:section name="O2C Cycle" id="{72FC01BD-D316-4DFC-B66C-0A12D887BB59}">
          <p14:sldIdLst>
            <p14:sldId id="290"/>
            <p14:sldId id="278"/>
          </p14:sldIdLst>
        </p14:section>
        <p14:section name="Create Customer" id="{72DDBDD9-9136-4059-88AF-AD65B875F5C1}">
          <p14:sldIdLst>
            <p14:sldId id="274"/>
            <p14:sldId id="275"/>
            <p14:sldId id="276"/>
            <p14:sldId id="279"/>
            <p14:sldId id="280"/>
            <p14:sldId id="281"/>
            <p14:sldId id="288"/>
            <p14:sldId id="289"/>
          </p14:sldIdLst>
        </p14:section>
        <p14:section name="Mahmoud" id="{275E05FF-326D-4F63-A83F-F3E380E14BB8}">
          <p14:sldIdLst>
            <p14:sldId id="306"/>
          </p14:sldIdLst>
        </p14:section>
        <p14:section name="Credit Note" id="{BD0B34FF-F9CD-440B-B259-74533116D4DB}">
          <p14:sldIdLst>
            <p14:sldId id="313"/>
            <p14:sldId id="315"/>
            <p14:sldId id="316"/>
            <p14:sldId id="317"/>
          </p14:sldIdLst>
        </p14:section>
        <p14:section name="ADJ" id="{30A526F8-F3C6-4D25-9C63-0A15DDF12ABC}">
          <p14:sldIdLst>
            <p14:sldId id="318"/>
            <p14:sldId id="319"/>
            <p14:sldId id="320"/>
            <p14:sldId id="321"/>
          </p14:sldIdLst>
        </p14:section>
        <p14:section name="Approval Limit" id="{FEB9E10D-0D72-45D0-B96E-CC2D53AD4ECF}">
          <p14:sldIdLst>
            <p14:sldId id="322"/>
          </p14:sldIdLst>
        </p14:section>
        <p14:section name="Receivable Activity" id="{25B00B66-6692-4140-B9DA-CCC4D209AAC0}">
          <p14:sldIdLst>
            <p14:sldId id="314"/>
            <p14:sldId id="282"/>
            <p14:sldId id="291"/>
            <p14:sldId id="285"/>
            <p14:sldId id="294"/>
            <p14:sldId id="283"/>
            <p14:sldId id="28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Defin Bank" id="{8B00B2FF-2043-46B4-9819-B687DA7F50A4}">
          <p14:sldIdLst>
            <p14:sldId id="307"/>
            <p14:sldId id="258"/>
            <p14:sldId id="260"/>
            <p14:sldId id="261"/>
            <p14:sldId id="262"/>
            <p14:sldId id="263"/>
            <p14:sldId id="264"/>
            <p14:sldId id="267"/>
            <p14:sldId id="265"/>
          </p14:sldIdLst>
        </p14:section>
        <p14:section name="Payment Methods" id="{B7C58AE2-655F-4F8E-80F8-EC45C77E9481}">
          <p14:sldIdLst>
            <p14:sldId id="266"/>
            <p14:sldId id="271"/>
            <p14:sldId id="269"/>
            <p14:sldId id="268"/>
            <p14:sldId id="270"/>
          </p14:sldIdLst>
        </p14:section>
        <p14:section name="Create Receipt" id="{B4C651E0-D8B7-45E1-97D2-2DAB020438F6}">
          <p14:sldIdLst>
            <p14:sldId id="311"/>
            <p14:sldId id="312"/>
          </p14:sldIdLst>
        </p14:section>
        <p14:section name="Miscellaneous Cash" id="{AB080105-FEA9-43F4-9BAB-246735D259DB}">
          <p14:sldIdLst>
            <p14:sldId id="308"/>
            <p14:sldId id="310"/>
            <p14:sldId id="325"/>
            <p14:sldId id="326"/>
            <p14:sldId id="327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9E8A"/>
    <a:srgbClr val="D4C1B4"/>
    <a:srgbClr val="F1EB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858" y="7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5.png"/><Relationship Id="rId7" Type="http://schemas.openxmlformats.org/officeDocument/2006/relationships/image" Target="../media/image10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10" Type="http://schemas.openxmlformats.org/officeDocument/2006/relationships/image" Target="../media/image70.svg"/><Relationship Id="rId4" Type="http://schemas.openxmlformats.org/officeDocument/2006/relationships/image" Target="../media/image66.svg"/><Relationship Id="rId9" Type="http://schemas.openxmlformats.org/officeDocument/2006/relationships/image" Target="../media/image6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5.png"/><Relationship Id="rId7" Type="http://schemas.openxmlformats.org/officeDocument/2006/relationships/image" Target="../media/image10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10" Type="http://schemas.openxmlformats.org/officeDocument/2006/relationships/image" Target="../media/image70.svg"/><Relationship Id="rId4" Type="http://schemas.openxmlformats.org/officeDocument/2006/relationships/image" Target="../media/image66.svg"/><Relationship Id="rId9" Type="http://schemas.openxmlformats.org/officeDocument/2006/relationships/image" Target="../media/image6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5B421B-880E-43A9-BB59-8908A280CF3B}" type="doc">
      <dgm:prSet loTypeId="urn:microsoft.com/office/officeart/2005/8/layout/vList3" loCatId="list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en-GB"/>
        </a:p>
      </dgm:t>
    </dgm:pt>
    <dgm:pt modelId="{0999DDA0-5DE0-4141-AFB4-43AA21569813}">
      <dgm:prSet/>
      <dgm:spPr/>
      <dgm:t>
        <a:bodyPr/>
        <a:lstStyle/>
        <a:p>
          <a:r>
            <a:rPr lang="en-GB" dirty="0"/>
            <a:t>O2C Cycle</a:t>
          </a:r>
        </a:p>
      </dgm:t>
    </dgm:pt>
    <dgm:pt modelId="{23341348-6B08-464D-A0B6-BEAC0E52BB1A}" type="parTrans" cxnId="{8ADAF150-DC4D-4594-8777-0D1CB80E713A}">
      <dgm:prSet/>
      <dgm:spPr/>
      <dgm:t>
        <a:bodyPr/>
        <a:lstStyle/>
        <a:p>
          <a:endParaRPr lang="en-GB"/>
        </a:p>
      </dgm:t>
    </dgm:pt>
    <dgm:pt modelId="{CE56524D-68C6-440E-838B-17B0DEFA6537}" type="sibTrans" cxnId="{8ADAF150-DC4D-4594-8777-0D1CB80E713A}">
      <dgm:prSet/>
      <dgm:spPr/>
      <dgm:t>
        <a:bodyPr/>
        <a:lstStyle/>
        <a:p>
          <a:endParaRPr lang="en-GB"/>
        </a:p>
      </dgm:t>
    </dgm:pt>
    <dgm:pt modelId="{24CBFDFE-BB13-4C5B-A72F-B26D64C7A2B9}">
      <dgm:prSet/>
      <dgm:spPr/>
      <dgm:t>
        <a:bodyPr/>
        <a:lstStyle/>
        <a:p>
          <a:r>
            <a:rPr lang="en-GB" dirty="0"/>
            <a:t>Create Customer</a:t>
          </a:r>
        </a:p>
      </dgm:t>
    </dgm:pt>
    <dgm:pt modelId="{FDB8CA1A-BA36-4258-9EF6-34F30054AD38}" type="parTrans" cxnId="{D557740F-6ADD-4D69-93CE-EDC92C24C461}">
      <dgm:prSet/>
      <dgm:spPr/>
      <dgm:t>
        <a:bodyPr/>
        <a:lstStyle/>
        <a:p>
          <a:endParaRPr lang="en-GB"/>
        </a:p>
      </dgm:t>
    </dgm:pt>
    <dgm:pt modelId="{27A3C8B1-7FAB-4CF0-9861-5F863FF8ECB7}" type="sibTrans" cxnId="{D557740F-6ADD-4D69-93CE-EDC92C24C461}">
      <dgm:prSet/>
      <dgm:spPr/>
      <dgm:t>
        <a:bodyPr/>
        <a:lstStyle/>
        <a:p>
          <a:endParaRPr lang="en-GB"/>
        </a:p>
      </dgm:t>
    </dgm:pt>
    <dgm:pt modelId="{1E449157-2466-4996-BFEB-DAE2BA19275D}">
      <dgm:prSet/>
      <dgm:spPr/>
      <dgm:t>
        <a:bodyPr/>
        <a:lstStyle/>
        <a:p>
          <a:r>
            <a:rPr lang="en-GB" dirty="0"/>
            <a:t>Create Payment Term</a:t>
          </a:r>
        </a:p>
      </dgm:t>
    </dgm:pt>
    <dgm:pt modelId="{AF3F82FF-37FE-47BC-97C8-7D6757674401}" type="parTrans" cxnId="{EDE2471B-7233-4DA3-B6B1-09885EEB6305}">
      <dgm:prSet/>
      <dgm:spPr/>
      <dgm:t>
        <a:bodyPr/>
        <a:lstStyle/>
        <a:p>
          <a:endParaRPr lang="en-GB"/>
        </a:p>
      </dgm:t>
    </dgm:pt>
    <dgm:pt modelId="{CB493964-1A40-47B3-A62A-E048A755A871}" type="sibTrans" cxnId="{EDE2471B-7233-4DA3-B6B1-09885EEB6305}">
      <dgm:prSet/>
      <dgm:spPr/>
      <dgm:t>
        <a:bodyPr/>
        <a:lstStyle/>
        <a:p>
          <a:endParaRPr lang="en-GB"/>
        </a:p>
      </dgm:t>
    </dgm:pt>
    <dgm:pt modelId="{526FEB77-D567-4EA7-ADFC-57D20E4BD9D3}">
      <dgm:prSet/>
      <dgm:spPr/>
      <dgm:t>
        <a:bodyPr/>
        <a:lstStyle/>
        <a:p>
          <a:r>
            <a:rPr lang="en-GB" dirty="0"/>
            <a:t>Create Invoice</a:t>
          </a:r>
        </a:p>
      </dgm:t>
    </dgm:pt>
    <dgm:pt modelId="{B3600A9D-B522-4547-9C76-F010204CC55B}" type="parTrans" cxnId="{78B9B13C-EBEF-4E1B-A95D-31417A3D69D3}">
      <dgm:prSet/>
      <dgm:spPr/>
      <dgm:t>
        <a:bodyPr/>
        <a:lstStyle/>
        <a:p>
          <a:endParaRPr lang="en-GB"/>
        </a:p>
      </dgm:t>
    </dgm:pt>
    <dgm:pt modelId="{D4C5FEAC-9FDD-4884-9FBF-55C1488C6F7E}" type="sibTrans" cxnId="{78B9B13C-EBEF-4E1B-A95D-31417A3D69D3}">
      <dgm:prSet/>
      <dgm:spPr/>
      <dgm:t>
        <a:bodyPr/>
        <a:lstStyle/>
        <a:p>
          <a:endParaRPr lang="en-GB"/>
        </a:p>
      </dgm:t>
    </dgm:pt>
    <dgm:pt modelId="{E3B2E32A-1E91-46A4-89B8-F2B0AC69D5D8}" type="pres">
      <dgm:prSet presAssocID="{795B421B-880E-43A9-BB59-8908A280CF3B}" presName="linearFlow" presStyleCnt="0">
        <dgm:presLayoutVars>
          <dgm:dir/>
          <dgm:resizeHandles val="exact"/>
        </dgm:presLayoutVars>
      </dgm:prSet>
      <dgm:spPr/>
    </dgm:pt>
    <dgm:pt modelId="{70A7B6B3-FF52-4E10-91A0-AA3F9B51B440}" type="pres">
      <dgm:prSet presAssocID="{0999DDA0-5DE0-4141-AFB4-43AA21569813}" presName="composite" presStyleCnt="0"/>
      <dgm:spPr/>
    </dgm:pt>
    <dgm:pt modelId="{0DAD454A-EE8F-46AB-9C3A-223EA675387D}" type="pres">
      <dgm:prSet presAssocID="{0999DDA0-5DE0-4141-AFB4-43AA21569813}" presName="imgShp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 with solid fill"/>
        </a:ext>
      </dgm:extLst>
    </dgm:pt>
    <dgm:pt modelId="{6D605944-254D-44EB-B81B-99F1B7ACEC63}" type="pres">
      <dgm:prSet presAssocID="{0999DDA0-5DE0-4141-AFB4-43AA21569813}" presName="txShp" presStyleLbl="node1" presStyleIdx="0" presStyleCnt="4">
        <dgm:presLayoutVars>
          <dgm:bulletEnabled val="1"/>
        </dgm:presLayoutVars>
      </dgm:prSet>
      <dgm:spPr/>
    </dgm:pt>
    <dgm:pt modelId="{A4263FC3-2886-4A00-9CED-DD2E6E541AB9}" type="pres">
      <dgm:prSet presAssocID="{CE56524D-68C6-440E-838B-17B0DEFA6537}" presName="spacing" presStyleCnt="0"/>
      <dgm:spPr/>
    </dgm:pt>
    <dgm:pt modelId="{C8811FE4-041E-40E2-8248-07529DA49BA5}" type="pres">
      <dgm:prSet presAssocID="{24CBFDFE-BB13-4C5B-A72F-B26D64C7A2B9}" presName="composite" presStyleCnt="0"/>
      <dgm:spPr/>
    </dgm:pt>
    <dgm:pt modelId="{316E647F-0B21-46F3-AD84-1CC9B05D4E95}" type="pres">
      <dgm:prSet presAssocID="{24CBFDFE-BB13-4C5B-A72F-B26D64C7A2B9}" presName="imgShp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with solid fill"/>
        </a:ext>
      </dgm:extLst>
    </dgm:pt>
    <dgm:pt modelId="{8923BF67-1509-4963-9210-F6B51EBDFCBA}" type="pres">
      <dgm:prSet presAssocID="{24CBFDFE-BB13-4C5B-A72F-B26D64C7A2B9}" presName="txShp" presStyleLbl="node1" presStyleIdx="1" presStyleCnt="4">
        <dgm:presLayoutVars>
          <dgm:bulletEnabled val="1"/>
        </dgm:presLayoutVars>
      </dgm:prSet>
      <dgm:spPr/>
    </dgm:pt>
    <dgm:pt modelId="{9E6F8A2C-9ED5-4379-9153-8A3433DF460C}" type="pres">
      <dgm:prSet presAssocID="{27A3C8B1-7FAB-4CF0-9861-5F863FF8ECB7}" presName="spacing" presStyleCnt="0"/>
      <dgm:spPr/>
    </dgm:pt>
    <dgm:pt modelId="{46C55C90-5DEA-4F17-8C9E-49351C39A070}" type="pres">
      <dgm:prSet presAssocID="{1E449157-2466-4996-BFEB-DAE2BA19275D}" presName="composite" presStyleCnt="0"/>
      <dgm:spPr/>
    </dgm:pt>
    <dgm:pt modelId="{0908999A-13FC-415E-B42E-34987741E737}" type="pres">
      <dgm:prSet presAssocID="{1E449157-2466-4996-BFEB-DAE2BA19275D}" presName="imgShp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with solid fill"/>
        </a:ext>
      </dgm:extLst>
    </dgm:pt>
    <dgm:pt modelId="{8D49B0A0-894D-4D0C-8E88-BDD553159987}" type="pres">
      <dgm:prSet presAssocID="{1E449157-2466-4996-BFEB-DAE2BA19275D}" presName="txShp" presStyleLbl="node1" presStyleIdx="2" presStyleCnt="4">
        <dgm:presLayoutVars>
          <dgm:bulletEnabled val="1"/>
        </dgm:presLayoutVars>
      </dgm:prSet>
      <dgm:spPr/>
    </dgm:pt>
    <dgm:pt modelId="{1F81E108-95F0-42D7-A940-3CCF8A220F6E}" type="pres">
      <dgm:prSet presAssocID="{CB493964-1A40-47B3-A62A-E048A755A871}" presName="spacing" presStyleCnt="0"/>
      <dgm:spPr/>
    </dgm:pt>
    <dgm:pt modelId="{1F8679CA-761C-47FC-A737-88BA6D0FE924}" type="pres">
      <dgm:prSet presAssocID="{526FEB77-D567-4EA7-ADFC-57D20E4BD9D3}" presName="composite" presStyleCnt="0"/>
      <dgm:spPr/>
    </dgm:pt>
    <dgm:pt modelId="{1D6F4EA5-531D-46D2-B6A1-64B4123580D6}" type="pres">
      <dgm:prSet presAssocID="{526FEB77-D567-4EA7-ADFC-57D20E4BD9D3}" presName="imgShp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 with solid fill"/>
        </a:ext>
      </dgm:extLst>
    </dgm:pt>
    <dgm:pt modelId="{8FB0D911-A325-4FFE-B396-EDA3A46F5983}" type="pres">
      <dgm:prSet presAssocID="{526FEB77-D567-4EA7-ADFC-57D20E4BD9D3}" presName="txShp" presStyleLbl="node1" presStyleIdx="3" presStyleCnt="4">
        <dgm:presLayoutVars>
          <dgm:bulletEnabled val="1"/>
        </dgm:presLayoutVars>
      </dgm:prSet>
      <dgm:spPr/>
    </dgm:pt>
  </dgm:ptLst>
  <dgm:cxnLst>
    <dgm:cxn modelId="{D557740F-6ADD-4D69-93CE-EDC92C24C461}" srcId="{795B421B-880E-43A9-BB59-8908A280CF3B}" destId="{24CBFDFE-BB13-4C5B-A72F-B26D64C7A2B9}" srcOrd="1" destOrd="0" parTransId="{FDB8CA1A-BA36-4258-9EF6-34F30054AD38}" sibTransId="{27A3C8B1-7FAB-4CF0-9861-5F863FF8ECB7}"/>
    <dgm:cxn modelId="{EDE2471B-7233-4DA3-B6B1-09885EEB6305}" srcId="{795B421B-880E-43A9-BB59-8908A280CF3B}" destId="{1E449157-2466-4996-BFEB-DAE2BA19275D}" srcOrd="2" destOrd="0" parTransId="{AF3F82FF-37FE-47BC-97C8-7D6757674401}" sibTransId="{CB493964-1A40-47B3-A62A-E048A755A871}"/>
    <dgm:cxn modelId="{3F32952C-8C93-40E7-B88E-39D33AD73407}" type="presOf" srcId="{0999DDA0-5DE0-4141-AFB4-43AA21569813}" destId="{6D605944-254D-44EB-B81B-99F1B7ACEC63}" srcOrd="0" destOrd="0" presId="urn:microsoft.com/office/officeart/2005/8/layout/vList3"/>
    <dgm:cxn modelId="{78B9B13C-EBEF-4E1B-A95D-31417A3D69D3}" srcId="{795B421B-880E-43A9-BB59-8908A280CF3B}" destId="{526FEB77-D567-4EA7-ADFC-57D20E4BD9D3}" srcOrd="3" destOrd="0" parTransId="{B3600A9D-B522-4547-9C76-F010204CC55B}" sibTransId="{D4C5FEAC-9FDD-4884-9FBF-55C1488C6F7E}"/>
    <dgm:cxn modelId="{8ADAF150-DC4D-4594-8777-0D1CB80E713A}" srcId="{795B421B-880E-43A9-BB59-8908A280CF3B}" destId="{0999DDA0-5DE0-4141-AFB4-43AA21569813}" srcOrd="0" destOrd="0" parTransId="{23341348-6B08-464D-A0B6-BEAC0E52BB1A}" sibTransId="{CE56524D-68C6-440E-838B-17B0DEFA6537}"/>
    <dgm:cxn modelId="{DE1EDF8D-A968-4EFC-ABBF-1047BD8D33AC}" type="presOf" srcId="{24CBFDFE-BB13-4C5B-A72F-B26D64C7A2B9}" destId="{8923BF67-1509-4963-9210-F6B51EBDFCBA}" srcOrd="0" destOrd="0" presId="urn:microsoft.com/office/officeart/2005/8/layout/vList3"/>
    <dgm:cxn modelId="{C0BB9DBC-C524-4C00-8DE9-603C98AC3811}" type="presOf" srcId="{795B421B-880E-43A9-BB59-8908A280CF3B}" destId="{E3B2E32A-1E91-46A4-89B8-F2B0AC69D5D8}" srcOrd="0" destOrd="0" presId="urn:microsoft.com/office/officeart/2005/8/layout/vList3"/>
    <dgm:cxn modelId="{D8DB82E0-CBAE-487D-B92C-60F705038ADA}" type="presOf" srcId="{526FEB77-D567-4EA7-ADFC-57D20E4BD9D3}" destId="{8FB0D911-A325-4FFE-B396-EDA3A46F5983}" srcOrd="0" destOrd="0" presId="urn:microsoft.com/office/officeart/2005/8/layout/vList3"/>
    <dgm:cxn modelId="{D12538FE-3EAF-4540-83C5-56EC5B8753DE}" type="presOf" srcId="{1E449157-2466-4996-BFEB-DAE2BA19275D}" destId="{8D49B0A0-894D-4D0C-8E88-BDD553159987}" srcOrd="0" destOrd="0" presId="urn:microsoft.com/office/officeart/2005/8/layout/vList3"/>
    <dgm:cxn modelId="{A8561327-B46A-4053-8ECB-BE89864F364D}" type="presParOf" srcId="{E3B2E32A-1E91-46A4-89B8-F2B0AC69D5D8}" destId="{70A7B6B3-FF52-4E10-91A0-AA3F9B51B440}" srcOrd="0" destOrd="0" presId="urn:microsoft.com/office/officeart/2005/8/layout/vList3"/>
    <dgm:cxn modelId="{47F32A1A-9AA4-4B80-81B4-88D1B18DDFF9}" type="presParOf" srcId="{70A7B6B3-FF52-4E10-91A0-AA3F9B51B440}" destId="{0DAD454A-EE8F-46AB-9C3A-223EA675387D}" srcOrd="0" destOrd="0" presId="urn:microsoft.com/office/officeart/2005/8/layout/vList3"/>
    <dgm:cxn modelId="{78967E97-6F66-48BE-913A-E1EF1E7FA5A2}" type="presParOf" srcId="{70A7B6B3-FF52-4E10-91A0-AA3F9B51B440}" destId="{6D605944-254D-44EB-B81B-99F1B7ACEC63}" srcOrd="1" destOrd="0" presId="urn:microsoft.com/office/officeart/2005/8/layout/vList3"/>
    <dgm:cxn modelId="{A7576D05-DAAB-4E4F-B541-501622E7EB82}" type="presParOf" srcId="{E3B2E32A-1E91-46A4-89B8-F2B0AC69D5D8}" destId="{A4263FC3-2886-4A00-9CED-DD2E6E541AB9}" srcOrd="1" destOrd="0" presId="urn:microsoft.com/office/officeart/2005/8/layout/vList3"/>
    <dgm:cxn modelId="{12E2E25A-4866-4AC7-BB5A-7C00A24A36F6}" type="presParOf" srcId="{E3B2E32A-1E91-46A4-89B8-F2B0AC69D5D8}" destId="{C8811FE4-041E-40E2-8248-07529DA49BA5}" srcOrd="2" destOrd="0" presId="urn:microsoft.com/office/officeart/2005/8/layout/vList3"/>
    <dgm:cxn modelId="{5C98AE44-F6FA-404C-9767-1B777F1A5E71}" type="presParOf" srcId="{C8811FE4-041E-40E2-8248-07529DA49BA5}" destId="{316E647F-0B21-46F3-AD84-1CC9B05D4E95}" srcOrd="0" destOrd="0" presId="urn:microsoft.com/office/officeart/2005/8/layout/vList3"/>
    <dgm:cxn modelId="{8EC3BE0F-F6D8-45A9-A7DC-94D65A3AD9AB}" type="presParOf" srcId="{C8811FE4-041E-40E2-8248-07529DA49BA5}" destId="{8923BF67-1509-4963-9210-F6B51EBDFCBA}" srcOrd="1" destOrd="0" presId="urn:microsoft.com/office/officeart/2005/8/layout/vList3"/>
    <dgm:cxn modelId="{930AC3EC-514D-4AA3-901D-E127B4479E5C}" type="presParOf" srcId="{E3B2E32A-1E91-46A4-89B8-F2B0AC69D5D8}" destId="{9E6F8A2C-9ED5-4379-9153-8A3433DF460C}" srcOrd="3" destOrd="0" presId="urn:microsoft.com/office/officeart/2005/8/layout/vList3"/>
    <dgm:cxn modelId="{DD5AC99E-12CA-493D-8AC3-63CC45891C95}" type="presParOf" srcId="{E3B2E32A-1E91-46A4-89B8-F2B0AC69D5D8}" destId="{46C55C90-5DEA-4F17-8C9E-49351C39A070}" srcOrd="4" destOrd="0" presId="urn:microsoft.com/office/officeart/2005/8/layout/vList3"/>
    <dgm:cxn modelId="{674611E0-630A-46B4-8152-6708C71221ED}" type="presParOf" srcId="{46C55C90-5DEA-4F17-8C9E-49351C39A070}" destId="{0908999A-13FC-415E-B42E-34987741E737}" srcOrd="0" destOrd="0" presId="urn:microsoft.com/office/officeart/2005/8/layout/vList3"/>
    <dgm:cxn modelId="{90F62C64-5FB8-46D8-8847-9972D003915E}" type="presParOf" srcId="{46C55C90-5DEA-4F17-8C9E-49351C39A070}" destId="{8D49B0A0-894D-4D0C-8E88-BDD553159987}" srcOrd="1" destOrd="0" presId="urn:microsoft.com/office/officeart/2005/8/layout/vList3"/>
    <dgm:cxn modelId="{A58A521C-1A5C-42F5-A4EA-F23A826EB3EE}" type="presParOf" srcId="{E3B2E32A-1E91-46A4-89B8-F2B0AC69D5D8}" destId="{1F81E108-95F0-42D7-A940-3CCF8A220F6E}" srcOrd="5" destOrd="0" presId="urn:microsoft.com/office/officeart/2005/8/layout/vList3"/>
    <dgm:cxn modelId="{A5CE7F42-5145-440C-B8C8-7FAAEE8189B9}" type="presParOf" srcId="{E3B2E32A-1E91-46A4-89B8-F2B0AC69D5D8}" destId="{1F8679CA-761C-47FC-A737-88BA6D0FE924}" srcOrd="6" destOrd="0" presId="urn:microsoft.com/office/officeart/2005/8/layout/vList3"/>
    <dgm:cxn modelId="{ED0FEBCA-9578-4314-B446-E10B514343D1}" type="presParOf" srcId="{1F8679CA-761C-47FC-A737-88BA6D0FE924}" destId="{1D6F4EA5-531D-46D2-B6A1-64B4123580D6}" srcOrd="0" destOrd="0" presId="urn:microsoft.com/office/officeart/2005/8/layout/vList3"/>
    <dgm:cxn modelId="{1DFA5494-A95D-40DC-B319-2BA9EF7F19DD}" type="presParOf" srcId="{1F8679CA-761C-47FC-A737-88BA6D0FE924}" destId="{8FB0D911-A325-4FFE-B396-EDA3A46F598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5B421B-880E-43A9-BB59-8908A280CF3B}" type="doc">
      <dgm:prSet loTypeId="urn:microsoft.com/office/officeart/2005/8/layout/vList3" loCatId="list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en-GB"/>
        </a:p>
      </dgm:t>
    </dgm:pt>
    <dgm:pt modelId="{F22EE5D1-76D9-4244-9549-D31933A9F88D}">
      <dgm:prSet/>
      <dgm:spPr/>
      <dgm:t>
        <a:bodyPr/>
        <a:lstStyle/>
        <a:p>
          <a:r>
            <a:rPr lang="en-GB" dirty="0"/>
            <a:t>Create Credit Note</a:t>
          </a:r>
        </a:p>
      </dgm:t>
    </dgm:pt>
    <dgm:pt modelId="{9EC602EE-8F46-49F8-8694-EBF5429A5FC7}" type="parTrans" cxnId="{D2E1285A-4F19-45CF-B39F-ED320EF76A8F}">
      <dgm:prSet/>
      <dgm:spPr/>
      <dgm:t>
        <a:bodyPr/>
        <a:lstStyle/>
        <a:p>
          <a:endParaRPr lang="en-GB"/>
        </a:p>
      </dgm:t>
    </dgm:pt>
    <dgm:pt modelId="{450A53EB-8869-4084-8AB4-741FA75BD265}" type="sibTrans" cxnId="{D2E1285A-4F19-45CF-B39F-ED320EF76A8F}">
      <dgm:prSet/>
      <dgm:spPr/>
      <dgm:t>
        <a:bodyPr/>
        <a:lstStyle/>
        <a:p>
          <a:endParaRPr lang="en-GB"/>
        </a:p>
      </dgm:t>
    </dgm:pt>
    <dgm:pt modelId="{1465EE5D-866E-4AF5-8F62-3C883FEC0AF5}">
      <dgm:prSet/>
      <dgm:spPr/>
      <dgm:t>
        <a:bodyPr/>
        <a:lstStyle/>
        <a:p>
          <a:r>
            <a:rPr lang="en-GB" dirty="0"/>
            <a:t>Approval Limit </a:t>
          </a:r>
          <a:br>
            <a:rPr lang="en-GB" dirty="0"/>
          </a:br>
          <a:r>
            <a:rPr lang="en-GB" dirty="0"/>
            <a:t>(ADJ – Write Off – Refund)</a:t>
          </a:r>
        </a:p>
      </dgm:t>
    </dgm:pt>
    <dgm:pt modelId="{48B080D7-EA31-4B6E-83A6-1C5FA0AFFB44}" type="parTrans" cxnId="{A1B5981D-1C0D-4DB5-83B8-C6D0001172A0}">
      <dgm:prSet/>
      <dgm:spPr/>
      <dgm:t>
        <a:bodyPr/>
        <a:lstStyle/>
        <a:p>
          <a:endParaRPr lang="en-GB"/>
        </a:p>
      </dgm:t>
    </dgm:pt>
    <dgm:pt modelId="{5D0BCED6-69D8-4602-ADCE-79B4122650DE}" type="sibTrans" cxnId="{A1B5981D-1C0D-4DB5-83B8-C6D0001172A0}">
      <dgm:prSet/>
      <dgm:spPr/>
      <dgm:t>
        <a:bodyPr/>
        <a:lstStyle/>
        <a:p>
          <a:endParaRPr lang="en-GB"/>
        </a:p>
      </dgm:t>
    </dgm:pt>
    <dgm:pt modelId="{A52DB204-C1F5-4D74-BAB6-B6A4D33F26A1}">
      <dgm:prSet/>
      <dgm:spPr/>
      <dgm:t>
        <a:bodyPr/>
        <a:lstStyle/>
        <a:p>
          <a:r>
            <a:rPr lang="en-GB" dirty="0"/>
            <a:t>Receivable Activity</a:t>
          </a:r>
          <a:br>
            <a:rPr lang="en-GB" dirty="0"/>
          </a:br>
          <a:r>
            <a:rPr lang="en-GB" dirty="0"/>
            <a:t>ADJ</a:t>
          </a:r>
        </a:p>
      </dgm:t>
    </dgm:pt>
    <dgm:pt modelId="{16D5945E-95B5-4561-B38E-CED4A6BDFFE8}" type="parTrans" cxnId="{A432360A-2EDA-433F-872E-96C6D10ACAFB}">
      <dgm:prSet/>
      <dgm:spPr/>
      <dgm:t>
        <a:bodyPr/>
        <a:lstStyle/>
        <a:p>
          <a:endParaRPr lang="en-GB"/>
        </a:p>
      </dgm:t>
    </dgm:pt>
    <dgm:pt modelId="{252E9601-2B1C-42D4-89B2-EC7A66B64FAF}" type="sibTrans" cxnId="{A432360A-2EDA-433F-872E-96C6D10ACAFB}">
      <dgm:prSet/>
      <dgm:spPr/>
      <dgm:t>
        <a:bodyPr/>
        <a:lstStyle/>
        <a:p>
          <a:endParaRPr lang="en-GB"/>
        </a:p>
      </dgm:t>
    </dgm:pt>
    <dgm:pt modelId="{DB5C81E6-27D5-4D06-AF89-7DBC280C2604}" type="pres">
      <dgm:prSet presAssocID="{795B421B-880E-43A9-BB59-8908A280CF3B}" presName="linearFlow" presStyleCnt="0">
        <dgm:presLayoutVars>
          <dgm:dir/>
          <dgm:resizeHandles val="exact"/>
        </dgm:presLayoutVars>
      </dgm:prSet>
      <dgm:spPr/>
    </dgm:pt>
    <dgm:pt modelId="{37C8AE3F-6D1E-405D-8610-7BD10303C223}" type="pres">
      <dgm:prSet presAssocID="{F22EE5D1-76D9-4244-9549-D31933A9F88D}" presName="composite" presStyleCnt="0"/>
      <dgm:spPr/>
    </dgm:pt>
    <dgm:pt modelId="{C8BE8F2C-0127-4274-AF56-01517999754B}" type="pres">
      <dgm:prSet presAssocID="{F22EE5D1-76D9-4244-9549-D31933A9F88D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book with solid fill"/>
        </a:ext>
      </dgm:extLst>
    </dgm:pt>
    <dgm:pt modelId="{F0375EE3-B862-4589-8337-C11FB7A470DF}" type="pres">
      <dgm:prSet presAssocID="{F22EE5D1-76D9-4244-9549-D31933A9F88D}" presName="txShp" presStyleLbl="node1" presStyleIdx="0" presStyleCnt="3">
        <dgm:presLayoutVars>
          <dgm:bulletEnabled val="1"/>
        </dgm:presLayoutVars>
      </dgm:prSet>
      <dgm:spPr/>
    </dgm:pt>
    <dgm:pt modelId="{6DBF692B-3607-46FC-B855-90969A7B2332}" type="pres">
      <dgm:prSet presAssocID="{450A53EB-8869-4084-8AB4-741FA75BD265}" presName="spacing" presStyleCnt="0"/>
      <dgm:spPr/>
    </dgm:pt>
    <dgm:pt modelId="{8E84B059-720D-4956-92B2-98CB752B86D2}" type="pres">
      <dgm:prSet presAssocID="{1465EE5D-866E-4AF5-8F62-3C883FEC0AF5}" presName="composite" presStyleCnt="0"/>
      <dgm:spPr/>
    </dgm:pt>
    <dgm:pt modelId="{D533AABD-C807-4F91-AFE4-F7AB112210C7}" type="pres">
      <dgm:prSet presAssocID="{1465EE5D-866E-4AF5-8F62-3C883FEC0AF5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n with solid fill"/>
        </a:ext>
      </dgm:extLst>
    </dgm:pt>
    <dgm:pt modelId="{2347E059-2298-4CCB-B5C1-D15A829E1476}" type="pres">
      <dgm:prSet presAssocID="{1465EE5D-866E-4AF5-8F62-3C883FEC0AF5}" presName="txShp" presStyleLbl="node1" presStyleIdx="1" presStyleCnt="3">
        <dgm:presLayoutVars>
          <dgm:bulletEnabled val="1"/>
        </dgm:presLayoutVars>
      </dgm:prSet>
      <dgm:spPr/>
    </dgm:pt>
    <dgm:pt modelId="{9124E6D9-A448-4FEE-890C-1551944797C9}" type="pres">
      <dgm:prSet presAssocID="{5D0BCED6-69D8-4602-ADCE-79B4122650DE}" presName="spacing" presStyleCnt="0"/>
      <dgm:spPr/>
    </dgm:pt>
    <dgm:pt modelId="{199157FD-4A77-47D5-824F-74BD0C131EC9}" type="pres">
      <dgm:prSet presAssocID="{A52DB204-C1F5-4D74-BAB6-B6A4D33F26A1}" presName="composite" presStyleCnt="0"/>
      <dgm:spPr/>
    </dgm:pt>
    <dgm:pt modelId="{9EC125A5-F6DE-499F-8AD9-2EFF13E78220}" type="pres">
      <dgm:prSet presAssocID="{A52DB204-C1F5-4D74-BAB6-B6A4D33F26A1}" presName="imgShp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 with solid fill"/>
        </a:ext>
      </dgm:extLst>
    </dgm:pt>
    <dgm:pt modelId="{19D2EAF7-89DA-4FAD-84FC-54579B5644C3}" type="pres">
      <dgm:prSet presAssocID="{A52DB204-C1F5-4D74-BAB6-B6A4D33F26A1}" presName="txShp" presStyleLbl="node1" presStyleIdx="2" presStyleCnt="3">
        <dgm:presLayoutVars>
          <dgm:bulletEnabled val="1"/>
        </dgm:presLayoutVars>
      </dgm:prSet>
      <dgm:spPr/>
    </dgm:pt>
  </dgm:ptLst>
  <dgm:cxnLst>
    <dgm:cxn modelId="{A432360A-2EDA-433F-872E-96C6D10ACAFB}" srcId="{795B421B-880E-43A9-BB59-8908A280CF3B}" destId="{A52DB204-C1F5-4D74-BAB6-B6A4D33F26A1}" srcOrd="2" destOrd="0" parTransId="{16D5945E-95B5-4561-B38E-CED4A6BDFFE8}" sibTransId="{252E9601-2B1C-42D4-89B2-EC7A66B64FAF}"/>
    <dgm:cxn modelId="{A1B5981D-1C0D-4DB5-83B8-C6D0001172A0}" srcId="{795B421B-880E-43A9-BB59-8908A280CF3B}" destId="{1465EE5D-866E-4AF5-8F62-3C883FEC0AF5}" srcOrd="1" destOrd="0" parTransId="{48B080D7-EA31-4B6E-83A6-1C5FA0AFFB44}" sibTransId="{5D0BCED6-69D8-4602-ADCE-79B4122650DE}"/>
    <dgm:cxn modelId="{4A8E145B-7660-4B86-84DF-A4FA1C94E8D1}" type="presOf" srcId="{F22EE5D1-76D9-4244-9549-D31933A9F88D}" destId="{F0375EE3-B862-4589-8337-C11FB7A470DF}" srcOrd="0" destOrd="0" presId="urn:microsoft.com/office/officeart/2005/8/layout/vList3"/>
    <dgm:cxn modelId="{506E1B68-A52A-422B-A0B6-F51DB67B9EFE}" type="presOf" srcId="{1465EE5D-866E-4AF5-8F62-3C883FEC0AF5}" destId="{2347E059-2298-4CCB-B5C1-D15A829E1476}" srcOrd="0" destOrd="0" presId="urn:microsoft.com/office/officeart/2005/8/layout/vList3"/>
    <dgm:cxn modelId="{D2E1285A-4F19-45CF-B39F-ED320EF76A8F}" srcId="{795B421B-880E-43A9-BB59-8908A280CF3B}" destId="{F22EE5D1-76D9-4244-9549-D31933A9F88D}" srcOrd="0" destOrd="0" parTransId="{9EC602EE-8F46-49F8-8694-EBF5429A5FC7}" sibTransId="{450A53EB-8869-4084-8AB4-741FA75BD265}"/>
    <dgm:cxn modelId="{A9858CBF-C124-43E0-92C7-030B0B2F182E}" type="presOf" srcId="{A52DB204-C1F5-4D74-BAB6-B6A4D33F26A1}" destId="{19D2EAF7-89DA-4FAD-84FC-54579B5644C3}" srcOrd="0" destOrd="0" presId="urn:microsoft.com/office/officeart/2005/8/layout/vList3"/>
    <dgm:cxn modelId="{55FE3FF1-406E-4D65-A3CC-785E968FE37B}" type="presOf" srcId="{795B421B-880E-43A9-BB59-8908A280CF3B}" destId="{DB5C81E6-27D5-4D06-AF89-7DBC280C2604}" srcOrd="0" destOrd="0" presId="urn:microsoft.com/office/officeart/2005/8/layout/vList3"/>
    <dgm:cxn modelId="{EF24243A-AA2B-4B08-BA3E-7FA30E4188D7}" type="presParOf" srcId="{DB5C81E6-27D5-4D06-AF89-7DBC280C2604}" destId="{37C8AE3F-6D1E-405D-8610-7BD10303C223}" srcOrd="0" destOrd="0" presId="urn:microsoft.com/office/officeart/2005/8/layout/vList3"/>
    <dgm:cxn modelId="{C4BA4996-0B44-499D-876D-4809646D7978}" type="presParOf" srcId="{37C8AE3F-6D1E-405D-8610-7BD10303C223}" destId="{C8BE8F2C-0127-4274-AF56-01517999754B}" srcOrd="0" destOrd="0" presId="urn:microsoft.com/office/officeart/2005/8/layout/vList3"/>
    <dgm:cxn modelId="{1760A7FD-FB19-400F-8E76-B132885685FD}" type="presParOf" srcId="{37C8AE3F-6D1E-405D-8610-7BD10303C223}" destId="{F0375EE3-B862-4589-8337-C11FB7A470DF}" srcOrd="1" destOrd="0" presId="urn:microsoft.com/office/officeart/2005/8/layout/vList3"/>
    <dgm:cxn modelId="{4016563F-37C3-489F-9245-E6948376D0D5}" type="presParOf" srcId="{DB5C81E6-27D5-4D06-AF89-7DBC280C2604}" destId="{6DBF692B-3607-46FC-B855-90969A7B2332}" srcOrd="1" destOrd="0" presId="urn:microsoft.com/office/officeart/2005/8/layout/vList3"/>
    <dgm:cxn modelId="{E0004A9B-7A25-4A4A-97B1-FBC4382D3BF6}" type="presParOf" srcId="{DB5C81E6-27D5-4D06-AF89-7DBC280C2604}" destId="{8E84B059-720D-4956-92B2-98CB752B86D2}" srcOrd="2" destOrd="0" presId="urn:microsoft.com/office/officeart/2005/8/layout/vList3"/>
    <dgm:cxn modelId="{9C08EF14-EA72-4C24-8BAD-C6889B6210BE}" type="presParOf" srcId="{8E84B059-720D-4956-92B2-98CB752B86D2}" destId="{D533AABD-C807-4F91-AFE4-F7AB112210C7}" srcOrd="0" destOrd="0" presId="urn:microsoft.com/office/officeart/2005/8/layout/vList3"/>
    <dgm:cxn modelId="{2F4452EC-616D-418D-89B8-3D3496E9107C}" type="presParOf" srcId="{8E84B059-720D-4956-92B2-98CB752B86D2}" destId="{2347E059-2298-4CCB-B5C1-D15A829E1476}" srcOrd="1" destOrd="0" presId="urn:microsoft.com/office/officeart/2005/8/layout/vList3"/>
    <dgm:cxn modelId="{3CFAB730-8D07-437A-BCDB-7880875E825F}" type="presParOf" srcId="{DB5C81E6-27D5-4D06-AF89-7DBC280C2604}" destId="{9124E6D9-A448-4FEE-890C-1551944797C9}" srcOrd="3" destOrd="0" presId="urn:microsoft.com/office/officeart/2005/8/layout/vList3"/>
    <dgm:cxn modelId="{E34BAD2A-7F5C-4904-95B8-B2AA49367132}" type="presParOf" srcId="{DB5C81E6-27D5-4D06-AF89-7DBC280C2604}" destId="{199157FD-4A77-47D5-824F-74BD0C131EC9}" srcOrd="4" destOrd="0" presId="urn:microsoft.com/office/officeart/2005/8/layout/vList3"/>
    <dgm:cxn modelId="{4D10F586-3CFE-489A-821D-71D4C7B32725}" type="presParOf" srcId="{199157FD-4A77-47D5-824F-74BD0C131EC9}" destId="{9EC125A5-F6DE-499F-8AD9-2EFF13E78220}" srcOrd="0" destOrd="0" presId="urn:microsoft.com/office/officeart/2005/8/layout/vList3"/>
    <dgm:cxn modelId="{31FBC6A3-FD40-4361-B674-B009B8E02686}" type="presParOf" srcId="{199157FD-4A77-47D5-824F-74BD0C131EC9}" destId="{19D2EAF7-89DA-4FAD-84FC-54579B5644C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5B421B-880E-43A9-BB59-8908A280CF3B}" type="doc">
      <dgm:prSet loTypeId="urn:microsoft.com/office/officeart/2008/layout/PictureAccentList" loCatId="list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en-GB"/>
        </a:p>
      </dgm:t>
    </dgm:pt>
    <dgm:pt modelId="{F22EE5D1-76D9-4244-9549-D31933A9F88D}">
      <dgm:prSet/>
      <dgm:spPr/>
      <dgm:t>
        <a:bodyPr/>
        <a:lstStyle/>
        <a:p>
          <a:r>
            <a:rPr lang="en-GB" dirty="0"/>
            <a:t>Receivable Activity</a:t>
          </a:r>
        </a:p>
      </dgm:t>
    </dgm:pt>
    <dgm:pt modelId="{9EC602EE-8F46-49F8-8694-EBF5429A5FC7}" type="parTrans" cxnId="{D2E1285A-4F19-45CF-B39F-ED320EF76A8F}">
      <dgm:prSet/>
      <dgm:spPr/>
      <dgm:t>
        <a:bodyPr/>
        <a:lstStyle/>
        <a:p>
          <a:endParaRPr lang="en-GB"/>
        </a:p>
      </dgm:t>
    </dgm:pt>
    <dgm:pt modelId="{450A53EB-8869-4084-8AB4-741FA75BD265}" type="sibTrans" cxnId="{D2E1285A-4F19-45CF-B39F-ED320EF76A8F}">
      <dgm:prSet/>
      <dgm:spPr/>
      <dgm:t>
        <a:bodyPr/>
        <a:lstStyle/>
        <a:p>
          <a:endParaRPr lang="en-GB"/>
        </a:p>
      </dgm:t>
    </dgm:pt>
    <dgm:pt modelId="{AE36638A-A419-4B1A-9258-A31FD3B3F31C}">
      <dgm:prSet/>
      <dgm:spPr/>
      <dgm:t>
        <a:bodyPr/>
        <a:lstStyle/>
        <a:p>
          <a:r>
            <a:rPr lang="en-GB" dirty="0"/>
            <a:t>Earned Discount</a:t>
          </a:r>
        </a:p>
      </dgm:t>
    </dgm:pt>
    <dgm:pt modelId="{C287912D-CD2F-445F-96D3-ABF5EF53D415}" type="parTrans" cxnId="{E90632FC-8C9A-4B33-8AE1-9DD092401356}">
      <dgm:prSet/>
      <dgm:spPr/>
      <dgm:t>
        <a:bodyPr/>
        <a:lstStyle/>
        <a:p>
          <a:endParaRPr lang="en-GB"/>
        </a:p>
      </dgm:t>
    </dgm:pt>
    <dgm:pt modelId="{E93F4F87-C15A-428D-83DF-1E973E884210}" type="sibTrans" cxnId="{E90632FC-8C9A-4B33-8AE1-9DD092401356}">
      <dgm:prSet/>
      <dgm:spPr/>
      <dgm:t>
        <a:bodyPr/>
        <a:lstStyle/>
        <a:p>
          <a:endParaRPr lang="en-GB"/>
        </a:p>
      </dgm:t>
    </dgm:pt>
    <dgm:pt modelId="{BB2B6982-AC47-4F99-8687-6C7CB3A20FB2}">
      <dgm:prSet/>
      <dgm:spPr/>
      <dgm:t>
        <a:bodyPr/>
        <a:lstStyle/>
        <a:p>
          <a:r>
            <a:rPr lang="en-GB" dirty="0"/>
            <a:t>Unearned Discount</a:t>
          </a:r>
        </a:p>
      </dgm:t>
    </dgm:pt>
    <dgm:pt modelId="{E5DCF3C9-2DA5-4462-9B72-F9E10653D2FE}" type="parTrans" cxnId="{F6BF00FB-71FA-439B-BFE0-D019152D0ACA}">
      <dgm:prSet/>
      <dgm:spPr/>
      <dgm:t>
        <a:bodyPr/>
        <a:lstStyle/>
        <a:p>
          <a:endParaRPr lang="en-GB"/>
        </a:p>
      </dgm:t>
    </dgm:pt>
    <dgm:pt modelId="{C7C8E2D6-51FC-46DF-B3A1-CDFC3FE80269}" type="sibTrans" cxnId="{F6BF00FB-71FA-439B-BFE0-D019152D0ACA}">
      <dgm:prSet/>
      <dgm:spPr/>
      <dgm:t>
        <a:bodyPr/>
        <a:lstStyle/>
        <a:p>
          <a:endParaRPr lang="en-GB"/>
        </a:p>
      </dgm:t>
    </dgm:pt>
    <dgm:pt modelId="{D427FA6F-5479-4407-8DCB-9D52B80F2312}">
      <dgm:prSet/>
      <dgm:spPr/>
      <dgm:t>
        <a:bodyPr/>
        <a:lstStyle/>
        <a:p>
          <a:r>
            <a:rPr lang="en-GB" dirty="0"/>
            <a:t>Write Off</a:t>
          </a:r>
        </a:p>
      </dgm:t>
    </dgm:pt>
    <dgm:pt modelId="{26A8E4A1-7E08-4258-8A7D-94B9CE81DAB0}" type="parTrans" cxnId="{BD9014C2-B828-4892-B653-5806759B5837}">
      <dgm:prSet/>
      <dgm:spPr/>
      <dgm:t>
        <a:bodyPr/>
        <a:lstStyle/>
        <a:p>
          <a:endParaRPr lang="en-GB"/>
        </a:p>
      </dgm:t>
    </dgm:pt>
    <dgm:pt modelId="{2C981105-12B0-4427-90C7-B6B3908A1611}" type="sibTrans" cxnId="{BD9014C2-B828-4892-B653-5806759B5837}">
      <dgm:prSet/>
      <dgm:spPr/>
      <dgm:t>
        <a:bodyPr/>
        <a:lstStyle/>
        <a:p>
          <a:endParaRPr lang="en-GB"/>
        </a:p>
      </dgm:t>
    </dgm:pt>
    <dgm:pt modelId="{E702EF7F-5B10-4F56-9144-34A7FAEF06BB}">
      <dgm:prSet/>
      <dgm:spPr/>
      <dgm:t>
        <a:bodyPr/>
        <a:lstStyle/>
        <a:p>
          <a:r>
            <a:rPr lang="en-GB" dirty="0"/>
            <a:t>Refund</a:t>
          </a:r>
        </a:p>
      </dgm:t>
    </dgm:pt>
    <dgm:pt modelId="{C407BDA4-ABF4-4C18-8DD8-159EFE5D59FC}" type="parTrans" cxnId="{E0186BEF-1BD9-4761-9AE6-946F80166383}">
      <dgm:prSet/>
      <dgm:spPr/>
      <dgm:t>
        <a:bodyPr/>
        <a:lstStyle/>
        <a:p>
          <a:endParaRPr lang="en-GB"/>
        </a:p>
      </dgm:t>
    </dgm:pt>
    <dgm:pt modelId="{F2D2C1DD-B6C9-4BAE-9686-883146BB7B22}" type="sibTrans" cxnId="{E0186BEF-1BD9-4761-9AE6-946F80166383}">
      <dgm:prSet/>
      <dgm:spPr/>
      <dgm:t>
        <a:bodyPr/>
        <a:lstStyle/>
        <a:p>
          <a:endParaRPr lang="en-GB"/>
        </a:p>
      </dgm:t>
    </dgm:pt>
    <dgm:pt modelId="{6DB90545-14D1-4E98-A1C7-9D7A5BE1778E}" type="pres">
      <dgm:prSet presAssocID="{795B421B-880E-43A9-BB59-8908A280CF3B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92187D6E-0BE5-455D-A69B-2E46774CAB0B}" type="pres">
      <dgm:prSet presAssocID="{F22EE5D1-76D9-4244-9549-D31933A9F88D}" presName="root" presStyleCnt="0">
        <dgm:presLayoutVars>
          <dgm:chMax/>
          <dgm:chPref val="4"/>
        </dgm:presLayoutVars>
      </dgm:prSet>
      <dgm:spPr/>
    </dgm:pt>
    <dgm:pt modelId="{42A6E862-ECCC-4C38-98F4-973C2F1FB32B}" type="pres">
      <dgm:prSet presAssocID="{F22EE5D1-76D9-4244-9549-D31933A9F88D}" presName="rootComposite" presStyleCnt="0">
        <dgm:presLayoutVars/>
      </dgm:prSet>
      <dgm:spPr/>
    </dgm:pt>
    <dgm:pt modelId="{4E245473-DCD9-490A-BF2A-8191E6A14FBD}" type="pres">
      <dgm:prSet presAssocID="{F22EE5D1-76D9-4244-9549-D31933A9F88D}" presName="rootText" presStyleLbl="node0" presStyleIdx="0" presStyleCnt="1">
        <dgm:presLayoutVars>
          <dgm:chMax/>
          <dgm:chPref val="4"/>
        </dgm:presLayoutVars>
      </dgm:prSet>
      <dgm:spPr/>
    </dgm:pt>
    <dgm:pt modelId="{80DD4137-65AF-455C-B88C-58E638D5DACB}" type="pres">
      <dgm:prSet presAssocID="{F22EE5D1-76D9-4244-9549-D31933A9F88D}" presName="childShape" presStyleCnt="0">
        <dgm:presLayoutVars>
          <dgm:chMax val="0"/>
          <dgm:chPref val="0"/>
        </dgm:presLayoutVars>
      </dgm:prSet>
      <dgm:spPr/>
    </dgm:pt>
    <dgm:pt modelId="{CA738D01-31EB-41DE-87FC-66EEBF21DCE8}" type="pres">
      <dgm:prSet presAssocID="{AE36638A-A419-4B1A-9258-A31FD3B3F31C}" presName="childComposite" presStyleCnt="0">
        <dgm:presLayoutVars>
          <dgm:chMax val="0"/>
          <dgm:chPref val="0"/>
        </dgm:presLayoutVars>
      </dgm:prSet>
      <dgm:spPr/>
    </dgm:pt>
    <dgm:pt modelId="{26E643EC-4845-449E-8CC2-888707959A29}" type="pres">
      <dgm:prSet presAssocID="{AE36638A-A419-4B1A-9258-A31FD3B3F31C}" presName="Image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 with solid fill"/>
        </a:ext>
      </dgm:extLst>
    </dgm:pt>
    <dgm:pt modelId="{AEE8DCB3-9C3B-4A2E-A1F7-3A5CEF69FB24}" type="pres">
      <dgm:prSet presAssocID="{AE36638A-A419-4B1A-9258-A31FD3B3F31C}" presName="childText" presStyleLbl="lnNode1" presStyleIdx="0" presStyleCnt="4">
        <dgm:presLayoutVars>
          <dgm:chMax val="0"/>
          <dgm:chPref val="0"/>
          <dgm:bulletEnabled val="1"/>
        </dgm:presLayoutVars>
      </dgm:prSet>
      <dgm:spPr/>
    </dgm:pt>
    <dgm:pt modelId="{B42BE355-8BFF-4893-B74E-5A19DC56D8F9}" type="pres">
      <dgm:prSet presAssocID="{BB2B6982-AC47-4F99-8687-6C7CB3A20FB2}" presName="childComposite" presStyleCnt="0">
        <dgm:presLayoutVars>
          <dgm:chMax val="0"/>
          <dgm:chPref val="0"/>
        </dgm:presLayoutVars>
      </dgm:prSet>
      <dgm:spPr/>
    </dgm:pt>
    <dgm:pt modelId="{0FB86189-A275-41F6-A74F-45F7E0E66E8F}" type="pres">
      <dgm:prSet presAssocID="{BB2B6982-AC47-4F99-8687-6C7CB3A20FB2}" presName="Image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 with solid fill"/>
        </a:ext>
      </dgm:extLst>
    </dgm:pt>
    <dgm:pt modelId="{381337B6-6207-41CE-A689-1983765DEDDA}" type="pres">
      <dgm:prSet presAssocID="{BB2B6982-AC47-4F99-8687-6C7CB3A20FB2}" presName="childText" presStyleLbl="lnNode1" presStyleIdx="1" presStyleCnt="4">
        <dgm:presLayoutVars>
          <dgm:chMax val="0"/>
          <dgm:chPref val="0"/>
          <dgm:bulletEnabled val="1"/>
        </dgm:presLayoutVars>
      </dgm:prSet>
      <dgm:spPr/>
    </dgm:pt>
    <dgm:pt modelId="{913BBB57-2546-4C4A-9620-EFC5641E5B7F}" type="pres">
      <dgm:prSet presAssocID="{D427FA6F-5479-4407-8DCB-9D52B80F2312}" presName="childComposite" presStyleCnt="0">
        <dgm:presLayoutVars>
          <dgm:chMax val="0"/>
          <dgm:chPref val="0"/>
        </dgm:presLayoutVars>
      </dgm:prSet>
      <dgm:spPr/>
    </dgm:pt>
    <dgm:pt modelId="{BFEE836E-E1EC-4E6A-AEB5-B9EE42F9D09F}" type="pres">
      <dgm:prSet presAssocID="{D427FA6F-5479-4407-8DCB-9D52B80F2312}" presName="Image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 with solid fill"/>
        </a:ext>
      </dgm:extLst>
    </dgm:pt>
    <dgm:pt modelId="{18F6210A-63D3-43C0-9BE9-B95103ECB368}" type="pres">
      <dgm:prSet presAssocID="{D427FA6F-5479-4407-8DCB-9D52B80F2312}" presName="childText" presStyleLbl="lnNode1" presStyleIdx="2" presStyleCnt="4">
        <dgm:presLayoutVars>
          <dgm:chMax val="0"/>
          <dgm:chPref val="0"/>
          <dgm:bulletEnabled val="1"/>
        </dgm:presLayoutVars>
      </dgm:prSet>
      <dgm:spPr/>
    </dgm:pt>
    <dgm:pt modelId="{0C9DBA1A-343F-43CD-8271-04A772E8D255}" type="pres">
      <dgm:prSet presAssocID="{E702EF7F-5B10-4F56-9144-34A7FAEF06BB}" presName="childComposite" presStyleCnt="0">
        <dgm:presLayoutVars>
          <dgm:chMax val="0"/>
          <dgm:chPref val="0"/>
        </dgm:presLayoutVars>
      </dgm:prSet>
      <dgm:spPr/>
    </dgm:pt>
    <dgm:pt modelId="{AB3A4B44-303E-437E-9FF0-6F03B00D1FD5}" type="pres">
      <dgm:prSet presAssocID="{E702EF7F-5B10-4F56-9144-34A7FAEF06BB}" presName="Image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e arrow: Rotate left with solid fill"/>
        </a:ext>
      </dgm:extLst>
    </dgm:pt>
    <dgm:pt modelId="{07A9539D-93F7-41C7-A659-910463FD46CA}" type="pres">
      <dgm:prSet presAssocID="{E702EF7F-5B10-4F56-9144-34A7FAEF06BB}" presName="childText" presStyleLbl="ln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6BD6D36-519A-487C-9873-84B4DAB870AB}" type="presOf" srcId="{BB2B6982-AC47-4F99-8687-6C7CB3A20FB2}" destId="{381337B6-6207-41CE-A689-1983765DEDDA}" srcOrd="0" destOrd="0" presId="urn:microsoft.com/office/officeart/2008/layout/PictureAccentList"/>
    <dgm:cxn modelId="{3B222059-289A-4F88-B678-51076D1F2B03}" type="presOf" srcId="{D427FA6F-5479-4407-8DCB-9D52B80F2312}" destId="{18F6210A-63D3-43C0-9BE9-B95103ECB368}" srcOrd="0" destOrd="0" presId="urn:microsoft.com/office/officeart/2008/layout/PictureAccentList"/>
    <dgm:cxn modelId="{D2E1285A-4F19-45CF-B39F-ED320EF76A8F}" srcId="{795B421B-880E-43A9-BB59-8908A280CF3B}" destId="{F22EE5D1-76D9-4244-9549-D31933A9F88D}" srcOrd="0" destOrd="0" parTransId="{9EC602EE-8F46-49F8-8694-EBF5429A5FC7}" sibTransId="{450A53EB-8869-4084-8AB4-741FA75BD265}"/>
    <dgm:cxn modelId="{5A710F98-26BD-4BC2-8D4F-264911DDE378}" type="presOf" srcId="{E702EF7F-5B10-4F56-9144-34A7FAEF06BB}" destId="{07A9539D-93F7-41C7-A659-910463FD46CA}" srcOrd="0" destOrd="0" presId="urn:microsoft.com/office/officeart/2008/layout/PictureAccentList"/>
    <dgm:cxn modelId="{E5B5D0A3-339D-4653-A2BC-BCFBF8476EA3}" type="presOf" srcId="{F22EE5D1-76D9-4244-9549-D31933A9F88D}" destId="{4E245473-DCD9-490A-BF2A-8191E6A14FBD}" srcOrd="0" destOrd="0" presId="urn:microsoft.com/office/officeart/2008/layout/PictureAccentList"/>
    <dgm:cxn modelId="{BD9014C2-B828-4892-B653-5806759B5837}" srcId="{F22EE5D1-76D9-4244-9549-D31933A9F88D}" destId="{D427FA6F-5479-4407-8DCB-9D52B80F2312}" srcOrd="2" destOrd="0" parTransId="{26A8E4A1-7E08-4258-8A7D-94B9CE81DAB0}" sibTransId="{2C981105-12B0-4427-90C7-B6B3908A1611}"/>
    <dgm:cxn modelId="{4FE44BC6-8355-4250-B776-1B3A4281C9B1}" type="presOf" srcId="{795B421B-880E-43A9-BB59-8908A280CF3B}" destId="{6DB90545-14D1-4E98-A1C7-9D7A5BE1778E}" srcOrd="0" destOrd="0" presId="urn:microsoft.com/office/officeart/2008/layout/PictureAccentList"/>
    <dgm:cxn modelId="{5579CFD2-080B-43B2-8E7E-8D6D9738B001}" type="presOf" srcId="{AE36638A-A419-4B1A-9258-A31FD3B3F31C}" destId="{AEE8DCB3-9C3B-4A2E-A1F7-3A5CEF69FB24}" srcOrd="0" destOrd="0" presId="urn:microsoft.com/office/officeart/2008/layout/PictureAccentList"/>
    <dgm:cxn modelId="{E0186BEF-1BD9-4761-9AE6-946F80166383}" srcId="{F22EE5D1-76D9-4244-9549-D31933A9F88D}" destId="{E702EF7F-5B10-4F56-9144-34A7FAEF06BB}" srcOrd="3" destOrd="0" parTransId="{C407BDA4-ABF4-4C18-8DD8-159EFE5D59FC}" sibTransId="{F2D2C1DD-B6C9-4BAE-9686-883146BB7B22}"/>
    <dgm:cxn modelId="{F6BF00FB-71FA-439B-BFE0-D019152D0ACA}" srcId="{F22EE5D1-76D9-4244-9549-D31933A9F88D}" destId="{BB2B6982-AC47-4F99-8687-6C7CB3A20FB2}" srcOrd="1" destOrd="0" parTransId="{E5DCF3C9-2DA5-4462-9B72-F9E10653D2FE}" sibTransId="{C7C8E2D6-51FC-46DF-B3A1-CDFC3FE80269}"/>
    <dgm:cxn modelId="{E90632FC-8C9A-4B33-8AE1-9DD092401356}" srcId="{F22EE5D1-76D9-4244-9549-D31933A9F88D}" destId="{AE36638A-A419-4B1A-9258-A31FD3B3F31C}" srcOrd="0" destOrd="0" parTransId="{C287912D-CD2F-445F-96D3-ABF5EF53D415}" sibTransId="{E93F4F87-C15A-428D-83DF-1E973E884210}"/>
    <dgm:cxn modelId="{971FE3D0-FA79-4F67-B7D6-C865255CDDCC}" type="presParOf" srcId="{6DB90545-14D1-4E98-A1C7-9D7A5BE1778E}" destId="{92187D6E-0BE5-455D-A69B-2E46774CAB0B}" srcOrd="0" destOrd="0" presId="urn:microsoft.com/office/officeart/2008/layout/PictureAccentList"/>
    <dgm:cxn modelId="{1FE1E200-35EC-4B7E-B163-589FC971264F}" type="presParOf" srcId="{92187D6E-0BE5-455D-A69B-2E46774CAB0B}" destId="{42A6E862-ECCC-4C38-98F4-973C2F1FB32B}" srcOrd="0" destOrd="0" presId="urn:microsoft.com/office/officeart/2008/layout/PictureAccentList"/>
    <dgm:cxn modelId="{8D6E1539-CBFF-4F78-BB3C-038608EAB017}" type="presParOf" srcId="{42A6E862-ECCC-4C38-98F4-973C2F1FB32B}" destId="{4E245473-DCD9-490A-BF2A-8191E6A14FBD}" srcOrd="0" destOrd="0" presId="urn:microsoft.com/office/officeart/2008/layout/PictureAccentList"/>
    <dgm:cxn modelId="{136F1F32-65BF-4CBF-9846-3E8A245B095D}" type="presParOf" srcId="{92187D6E-0BE5-455D-A69B-2E46774CAB0B}" destId="{80DD4137-65AF-455C-B88C-58E638D5DACB}" srcOrd="1" destOrd="0" presId="urn:microsoft.com/office/officeart/2008/layout/PictureAccentList"/>
    <dgm:cxn modelId="{D4239EF4-EAB8-45B5-8258-DDB26DD95CBB}" type="presParOf" srcId="{80DD4137-65AF-455C-B88C-58E638D5DACB}" destId="{CA738D01-31EB-41DE-87FC-66EEBF21DCE8}" srcOrd="0" destOrd="0" presId="urn:microsoft.com/office/officeart/2008/layout/PictureAccentList"/>
    <dgm:cxn modelId="{527391BB-9334-4A8E-AFD8-32A1E57A6A67}" type="presParOf" srcId="{CA738D01-31EB-41DE-87FC-66EEBF21DCE8}" destId="{26E643EC-4845-449E-8CC2-888707959A29}" srcOrd="0" destOrd="0" presId="urn:microsoft.com/office/officeart/2008/layout/PictureAccentList"/>
    <dgm:cxn modelId="{7FB250C5-9131-4597-B1F5-5846C6B72827}" type="presParOf" srcId="{CA738D01-31EB-41DE-87FC-66EEBF21DCE8}" destId="{AEE8DCB3-9C3B-4A2E-A1F7-3A5CEF69FB24}" srcOrd="1" destOrd="0" presId="urn:microsoft.com/office/officeart/2008/layout/PictureAccentList"/>
    <dgm:cxn modelId="{95A5F85F-1B17-4023-972B-F27FC5AA24AA}" type="presParOf" srcId="{80DD4137-65AF-455C-B88C-58E638D5DACB}" destId="{B42BE355-8BFF-4893-B74E-5A19DC56D8F9}" srcOrd="1" destOrd="0" presId="urn:microsoft.com/office/officeart/2008/layout/PictureAccentList"/>
    <dgm:cxn modelId="{C81D64C3-F8CF-4E71-80CA-A568F5D1CD3D}" type="presParOf" srcId="{B42BE355-8BFF-4893-B74E-5A19DC56D8F9}" destId="{0FB86189-A275-41F6-A74F-45F7E0E66E8F}" srcOrd="0" destOrd="0" presId="urn:microsoft.com/office/officeart/2008/layout/PictureAccentList"/>
    <dgm:cxn modelId="{CEEA96B7-BEEA-40E6-A049-1ACB65A90088}" type="presParOf" srcId="{B42BE355-8BFF-4893-B74E-5A19DC56D8F9}" destId="{381337B6-6207-41CE-A689-1983765DEDDA}" srcOrd="1" destOrd="0" presId="urn:microsoft.com/office/officeart/2008/layout/PictureAccentList"/>
    <dgm:cxn modelId="{AA647556-2E30-467D-A6C7-51EC6C9EF50C}" type="presParOf" srcId="{80DD4137-65AF-455C-B88C-58E638D5DACB}" destId="{913BBB57-2546-4C4A-9620-EFC5641E5B7F}" srcOrd="2" destOrd="0" presId="urn:microsoft.com/office/officeart/2008/layout/PictureAccentList"/>
    <dgm:cxn modelId="{8505CE99-1D4E-4483-99DF-916292C227A1}" type="presParOf" srcId="{913BBB57-2546-4C4A-9620-EFC5641E5B7F}" destId="{BFEE836E-E1EC-4E6A-AEB5-B9EE42F9D09F}" srcOrd="0" destOrd="0" presId="urn:microsoft.com/office/officeart/2008/layout/PictureAccentList"/>
    <dgm:cxn modelId="{55549C9C-E1FA-4E0F-900F-02FA1E466823}" type="presParOf" srcId="{913BBB57-2546-4C4A-9620-EFC5641E5B7F}" destId="{18F6210A-63D3-43C0-9BE9-B95103ECB368}" srcOrd="1" destOrd="0" presId="urn:microsoft.com/office/officeart/2008/layout/PictureAccentList"/>
    <dgm:cxn modelId="{370E1673-4B0D-46F8-81DA-73DC685C5CE5}" type="presParOf" srcId="{80DD4137-65AF-455C-B88C-58E638D5DACB}" destId="{0C9DBA1A-343F-43CD-8271-04A772E8D255}" srcOrd="3" destOrd="0" presId="urn:microsoft.com/office/officeart/2008/layout/PictureAccentList"/>
    <dgm:cxn modelId="{CE842EC2-A2E6-40DD-96FB-BA29BF79096D}" type="presParOf" srcId="{0C9DBA1A-343F-43CD-8271-04A772E8D255}" destId="{AB3A4B44-303E-437E-9FF0-6F03B00D1FD5}" srcOrd="0" destOrd="0" presId="urn:microsoft.com/office/officeart/2008/layout/PictureAccentList"/>
    <dgm:cxn modelId="{D332F4E2-93DE-4726-B812-0831708AAE0D}" type="presParOf" srcId="{0C9DBA1A-343F-43CD-8271-04A772E8D255}" destId="{07A9539D-93F7-41C7-A659-910463FD46CA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95B421B-880E-43A9-BB59-8908A280CF3B}" type="doc">
      <dgm:prSet loTypeId="urn:microsoft.com/office/officeart/2005/8/layout/vList3" loCatId="list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en-GB"/>
        </a:p>
      </dgm:t>
    </dgm:pt>
    <dgm:pt modelId="{F22EE5D1-76D9-4244-9549-D31933A9F88D}">
      <dgm:prSet/>
      <dgm:spPr/>
      <dgm:t>
        <a:bodyPr/>
        <a:lstStyle/>
        <a:p>
          <a:r>
            <a:rPr lang="en-GB" dirty="0"/>
            <a:t>Define Bank</a:t>
          </a:r>
        </a:p>
      </dgm:t>
    </dgm:pt>
    <dgm:pt modelId="{9EC602EE-8F46-49F8-8694-EBF5429A5FC7}" type="parTrans" cxnId="{D2E1285A-4F19-45CF-B39F-ED320EF76A8F}">
      <dgm:prSet/>
      <dgm:spPr/>
      <dgm:t>
        <a:bodyPr/>
        <a:lstStyle/>
        <a:p>
          <a:endParaRPr lang="en-GB"/>
        </a:p>
      </dgm:t>
    </dgm:pt>
    <dgm:pt modelId="{450A53EB-8869-4084-8AB4-741FA75BD265}" type="sibTrans" cxnId="{D2E1285A-4F19-45CF-B39F-ED320EF76A8F}">
      <dgm:prSet/>
      <dgm:spPr/>
      <dgm:t>
        <a:bodyPr/>
        <a:lstStyle/>
        <a:p>
          <a:endParaRPr lang="en-GB"/>
        </a:p>
      </dgm:t>
    </dgm:pt>
    <dgm:pt modelId="{0782F67B-59B1-4578-9401-45E649EEBB72}">
      <dgm:prSet/>
      <dgm:spPr/>
      <dgm:t>
        <a:bodyPr/>
        <a:lstStyle/>
        <a:p>
          <a:r>
            <a:rPr lang="en-GB" dirty="0"/>
            <a:t>Miscellaneous cash</a:t>
          </a:r>
        </a:p>
      </dgm:t>
    </dgm:pt>
    <dgm:pt modelId="{8C8F1025-F706-45CE-B00E-F6FE93977CF9}" type="parTrans" cxnId="{97E014D2-2E73-465F-AB92-D143D18C24BA}">
      <dgm:prSet/>
      <dgm:spPr/>
      <dgm:t>
        <a:bodyPr/>
        <a:lstStyle/>
        <a:p>
          <a:endParaRPr lang="en-GB"/>
        </a:p>
      </dgm:t>
    </dgm:pt>
    <dgm:pt modelId="{F3051AFD-3601-438F-87DC-1801A327487B}" type="sibTrans" cxnId="{97E014D2-2E73-465F-AB92-D143D18C24BA}">
      <dgm:prSet/>
      <dgm:spPr/>
      <dgm:t>
        <a:bodyPr/>
        <a:lstStyle/>
        <a:p>
          <a:endParaRPr lang="en-GB"/>
        </a:p>
      </dgm:t>
    </dgm:pt>
    <dgm:pt modelId="{68B0E9CC-AB3A-4807-9798-280BE71EA75F}">
      <dgm:prSet/>
      <dgm:spPr/>
      <dgm:t>
        <a:bodyPr/>
        <a:lstStyle/>
        <a:p>
          <a:r>
            <a:rPr lang="en-GB" dirty="0"/>
            <a:t>Receipt method</a:t>
          </a:r>
        </a:p>
      </dgm:t>
    </dgm:pt>
    <dgm:pt modelId="{54681895-DB63-49F8-A9F3-5DA19514B711}" type="parTrans" cxnId="{82E36720-F7AD-4435-B152-95CD71963A84}">
      <dgm:prSet/>
      <dgm:spPr/>
      <dgm:t>
        <a:bodyPr/>
        <a:lstStyle/>
        <a:p>
          <a:endParaRPr lang="en-GB"/>
        </a:p>
      </dgm:t>
    </dgm:pt>
    <dgm:pt modelId="{10210B28-731A-4831-B027-27634F1AC811}" type="sibTrans" cxnId="{82E36720-F7AD-4435-B152-95CD71963A84}">
      <dgm:prSet/>
      <dgm:spPr/>
      <dgm:t>
        <a:bodyPr/>
        <a:lstStyle/>
        <a:p>
          <a:endParaRPr lang="en-GB"/>
        </a:p>
      </dgm:t>
    </dgm:pt>
    <dgm:pt modelId="{A986AC9F-5AF8-4B68-B033-80F6044B3D47}">
      <dgm:prSet/>
      <dgm:spPr/>
      <dgm:t>
        <a:bodyPr/>
        <a:lstStyle/>
        <a:p>
          <a:r>
            <a:rPr lang="en-GB" dirty="0"/>
            <a:t>Create Receipt</a:t>
          </a:r>
        </a:p>
      </dgm:t>
    </dgm:pt>
    <dgm:pt modelId="{FA192C79-30B0-488D-9A69-A50E7C87318B}" type="parTrans" cxnId="{9D4E1D21-5638-46CA-B84A-149E878742A1}">
      <dgm:prSet/>
      <dgm:spPr/>
      <dgm:t>
        <a:bodyPr/>
        <a:lstStyle/>
        <a:p>
          <a:endParaRPr lang="en-GB"/>
        </a:p>
      </dgm:t>
    </dgm:pt>
    <dgm:pt modelId="{B33C9C1E-84A1-4E0C-9DFF-658034E04533}" type="sibTrans" cxnId="{9D4E1D21-5638-46CA-B84A-149E878742A1}">
      <dgm:prSet/>
      <dgm:spPr/>
      <dgm:t>
        <a:bodyPr/>
        <a:lstStyle/>
        <a:p>
          <a:endParaRPr lang="en-GB"/>
        </a:p>
      </dgm:t>
    </dgm:pt>
    <dgm:pt modelId="{555F07BD-EA7F-4DD6-A18B-300DBA6D89E8}">
      <dgm:prSet/>
      <dgm:spPr/>
      <dgm:t>
        <a:bodyPr/>
        <a:lstStyle/>
        <a:p>
          <a:r>
            <a:rPr lang="en-GB" dirty="0"/>
            <a:t>Report</a:t>
          </a:r>
        </a:p>
      </dgm:t>
    </dgm:pt>
    <dgm:pt modelId="{CC38DA91-2D90-402C-A0B8-0F3FBC6537AD}" type="parTrans" cxnId="{2905E681-79C3-4771-A51C-5A589FEFE53C}">
      <dgm:prSet/>
      <dgm:spPr/>
      <dgm:t>
        <a:bodyPr/>
        <a:lstStyle/>
        <a:p>
          <a:endParaRPr lang="en-GB"/>
        </a:p>
      </dgm:t>
    </dgm:pt>
    <dgm:pt modelId="{1940E6BC-1B11-4942-A911-8A9269D59291}" type="sibTrans" cxnId="{2905E681-79C3-4771-A51C-5A589FEFE53C}">
      <dgm:prSet/>
      <dgm:spPr/>
      <dgm:t>
        <a:bodyPr/>
        <a:lstStyle/>
        <a:p>
          <a:endParaRPr lang="en-GB"/>
        </a:p>
      </dgm:t>
    </dgm:pt>
    <dgm:pt modelId="{D6B73B54-0733-4A59-ACA7-B26E79291F04}" type="pres">
      <dgm:prSet presAssocID="{795B421B-880E-43A9-BB59-8908A280CF3B}" presName="linearFlow" presStyleCnt="0">
        <dgm:presLayoutVars>
          <dgm:dir/>
          <dgm:resizeHandles val="exact"/>
        </dgm:presLayoutVars>
      </dgm:prSet>
      <dgm:spPr/>
    </dgm:pt>
    <dgm:pt modelId="{EE29D1B9-BCE2-42A2-B339-B8881C902104}" type="pres">
      <dgm:prSet presAssocID="{F22EE5D1-76D9-4244-9549-D31933A9F88D}" presName="composite" presStyleCnt="0"/>
      <dgm:spPr/>
    </dgm:pt>
    <dgm:pt modelId="{9D60EE16-780D-4146-BE68-4F5F951BAEA9}" type="pres">
      <dgm:prSet presAssocID="{F22EE5D1-76D9-4244-9549-D31933A9F88D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with solid fill"/>
        </a:ext>
      </dgm:extLst>
    </dgm:pt>
    <dgm:pt modelId="{8C2B7EC5-883E-4229-9737-B2B73CCA4084}" type="pres">
      <dgm:prSet presAssocID="{F22EE5D1-76D9-4244-9549-D31933A9F88D}" presName="txShp" presStyleLbl="node1" presStyleIdx="0" presStyleCnt="5">
        <dgm:presLayoutVars>
          <dgm:bulletEnabled val="1"/>
        </dgm:presLayoutVars>
      </dgm:prSet>
      <dgm:spPr/>
    </dgm:pt>
    <dgm:pt modelId="{09979EE5-B4D2-48AC-AA74-0895423AEFB7}" type="pres">
      <dgm:prSet presAssocID="{450A53EB-8869-4084-8AB4-741FA75BD265}" presName="spacing" presStyleCnt="0"/>
      <dgm:spPr/>
    </dgm:pt>
    <dgm:pt modelId="{5B729857-779C-47AA-B687-96899F6BA399}" type="pres">
      <dgm:prSet presAssocID="{68B0E9CC-AB3A-4807-9798-280BE71EA75F}" presName="composite" presStyleCnt="0"/>
      <dgm:spPr/>
    </dgm:pt>
    <dgm:pt modelId="{F7EC64D0-B909-41A8-B721-347B1BA12129}" type="pres">
      <dgm:prSet presAssocID="{68B0E9CC-AB3A-4807-9798-280BE71EA75F}" presName="imgShp" presStyleLbl="fgImgPlac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 with solid fill"/>
        </a:ext>
      </dgm:extLst>
    </dgm:pt>
    <dgm:pt modelId="{B0FF6935-AC9C-441A-8677-67465195D5A7}" type="pres">
      <dgm:prSet presAssocID="{68B0E9CC-AB3A-4807-9798-280BE71EA75F}" presName="txShp" presStyleLbl="node1" presStyleIdx="1" presStyleCnt="5">
        <dgm:presLayoutVars>
          <dgm:bulletEnabled val="1"/>
        </dgm:presLayoutVars>
      </dgm:prSet>
      <dgm:spPr/>
    </dgm:pt>
    <dgm:pt modelId="{9449171F-7950-4757-A591-BBF7DB48E345}" type="pres">
      <dgm:prSet presAssocID="{10210B28-731A-4831-B027-27634F1AC811}" presName="spacing" presStyleCnt="0"/>
      <dgm:spPr/>
    </dgm:pt>
    <dgm:pt modelId="{4A5A3D16-CBD4-4897-93A4-B83AE73381C9}" type="pres">
      <dgm:prSet presAssocID="{A986AC9F-5AF8-4B68-B033-80F6044B3D47}" presName="composite" presStyleCnt="0"/>
      <dgm:spPr/>
    </dgm:pt>
    <dgm:pt modelId="{0C957B7A-81BE-472A-92EC-0547650363E5}" type="pres">
      <dgm:prSet presAssocID="{A986AC9F-5AF8-4B68-B033-80F6044B3D47}" presName="imgShp" presStyleLbl="fgImgPlac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 with solid fill"/>
        </a:ext>
      </dgm:extLst>
    </dgm:pt>
    <dgm:pt modelId="{C17D5B6C-6981-4DE4-962C-56782CB79158}" type="pres">
      <dgm:prSet presAssocID="{A986AC9F-5AF8-4B68-B033-80F6044B3D47}" presName="txShp" presStyleLbl="node1" presStyleIdx="2" presStyleCnt="5">
        <dgm:presLayoutVars>
          <dgm:bulletEnabled val="1"/>
        </dgm:presLayoutVars>
      </dgm:prSet>
      <dgm:spPr/>
    </dgm:pt>
    <dgm:pt modelId="{163BAA42-C0B2-4219-9280-F2C92F4EDB42}" type="pres">
      <dgm:prSet presAssocID="{B33C9C1E-84A1-4E0C-9DFF-658034E04533}" presName="spacing" presStyleCnt="0"/>
      <dgm:spPr/>
    </dgm:pt>
    <dgm:pt modelId="{037103D6-72CB-41F6-BDF4-EBA284FAD9A9}" type="pres">
      <dgm:prSet presAssocID="{0782F67B-59B1-4578-9401-45E649EEBB72}" presName="composite" presStyleCnt="0"/>
      <dgm:spPr/>
    </dgm:pt>
    <dgm:pt modelId="{1F408736-3657-48E3-AF55-F92D0EFDE780}" type="pres">
      <dgm:prSet presAssocID="{0782F67B-59B1-4578-9401-45E649EEBB72}" presName="imgShp" presStyleLbl="fgImgPlac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with solid fill"/>
        </a:ext>
      </dgm:extLst>
    </dgm:pt>
    <dgm:pt modelId="{446BF356-0DF8-4A57-8CD1-EFF00DD593B4}" type="pres">
      <dgm:prSet presAssocID="{0782F67B-59B1-4578-9401-45E649EEBB72}" presName="txShp" presStyleLbl="node1" presStyleIdx="3" presStyleCnt="5">
        <dgm:presLayoutVars>
          <dgm:bulletEnabled val="1"/>
        </dgm:presLayoutVars>
      </dgm:prSet>
      <dgm:spPr/>
    </dgm:pt>
    <dgm:pt modelId="{955BF794-66D5-4193-8A64-5F268EA9FCCC}" type="pres">
      <dgm:prSet presAssocID="{F3051AFD-3601-438F-87DC-1801A327487B}" presName="spacing" presStyleCnt="0"/>
      <dgm:spPr/>
    </dgm:pt>
    <dgm:pt modelId="{7AA06C7F-7855-4055-9A37-6C2B504910E1}" type="pres">
      <dgm:prSet presAssocID="{555F07BD-EA7F-4DD6-A18B-300DBA6D89E8}" presName="composite" presStyleCnt="0"/>
      <dgm:spPr/>
    </dgm:pt>
    <dgm:pt modelId="{07FB7B7E-459A-4170-9F74-5E8BDA19010F}" type="pres">
      <dgm:prSet presAssocID="{555F07BD-EA7F-4DD6-A18B-300DBA6D89E8}" presName="imgShp" presStyleLbl="fgImgPlac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40E57581-10F7-466C-909B-2FF57CDD4902}" type="pres">
      <dgm:prSet presAssocID="{555F07BD-EA7F-4DD6-A18B-300DBA6D89E8}" presName="txShp" presStyleLbl="node1" presStyleIdx="4" presStyleCnt="5">
        <dgm:presLayoutVars>
          <dgm:bulletEnabled val="1"/>
        </dgm:presLayoutVars>
      </dgm:prSet>
      <dgm:spPr/>
    </dgm:pt>
  </dgm:ptLst>
  <dgm:cxnLst>
    <dgm:cxn modelId="{82E36720-F7AD-4435-B152-95CD71963A84}" srcId="{795B421B-880E-43A9-BB59-8908A280CF3B}" destId="{68B0E9CC-AB3A-4807-9798-280BE71EA75F}" srcOrd="1" destOrd="0" parTransId="{54681895-DB63-49F8-A9F3-5DA19514B711}" sibTransId="{10210B28-731A-4831-B027-27634F1AC811}"/>
    <dgm:cxn modelId="{9D4E1D21-5638-46CA-B84A-149E878742A1}" srcId="{795B421B-880E-43A9-BB59-8908A280CF3B}" destId="{A986AC9F-5AF8-4B68-B033-80F6044B3D47}" srcOrd="2" destOrd="0" parTransId="{FA192C79-30B0-488D-9A69-A50E7C87318B}" sibTransId="{B33C9C1E-84A1-4E0C-9DFF-658034E04533}"/>
    <dgm:cxn modelId="{04901237-B135-40E8-A2E5-C83B218C1840}" type="presOf" srcId="{A986AC9F-5AF8-4B68-B033-80F6044B3D47}" destId="{C17D5B6C-6981-4DE4-962C-56782CB79158}" srcOrd="0" destOrd="0" presId="urn:microsoft.com/office/officeart/2005/8/layout/vList3"/>
    <dgm:cxn modelId="{43CB7F39-42C7-431D-B46F-7D64C66CA201}" type="presOf" srcId="{795B421B-880E-43A9-BB59-8908A280CF3B}" destId="{D6B73B54-0733-4A59-ACA7-B26E79291F04}" srcOrd="0" destOrd="0" presId="urn:microsoft.com/office/officeart/2005/8/layout/vList3"/>
    <dgm:cxn modelId="{346F456A-BE53-4A75-8135-4D9CC4F026B4}" type="presOf" srcId="{555F07BD-EA7F-4DD6-A18B-300DBA6D89E8}" destId="{40E57581-10F7-466C-909B-2FF57CDD4902}" srcOrd="0" destOrd="0" presId="urn:microsoft.com/office/officeart/2005/8/layout/vList3"/>
    <dgm:cxn modelId="{3128884F-4E58-4A19-B102-32D58A22C913}" type="presOf" srcId="{0782F67B-59B1-4578-9401-45E649EEBB72}" destId="{446BF356-0DF8-4A57-8CD1-EFF00DD593B4}" srcOrd="0" destOrd="0" presId="urn:microsoft.com/office/officeart/2005/8/layout/vList3"/>
    <dgm:cxn modelId="{D2E1285A-4F19-45CF-B39F-ED320EF76A8F}" srcId="{795B421B-880E-43A9-BB59-8908A280CF3B}" destId="{F22EE5D1-76D9-4244-9549-D31933A9F88D}" srcOrd="0" destOrd="0" parTransId="{9EC602EE-8F46-49F8-8694-EBF5429A5FC7}" sibTransId="{450A53EB-8869-4084-8AB4-741FA75BD265}"/>
    <dgm:cxn modelId="{2905E681-79C3-4771-A51C-5A589FEFE53C}" srcId="{795B421B-880E-43A9-BB59-8908A280CF3B}" destId="{555F07BD-EA7F-4DD6-A18B-300DBA6D89E8}" srcOrd="4" destOrd="0" parTransId="{CC38DA91-2D90-402C-A0B8-0F3FBC6537AD}" sibTransId="{1940E6BC-1B11-4942-A911-8A9269D59291}"/>
    <dgm:cxn modelId="{97E014D2-2E73-465F-AB92-D143D18C24BA}" srcId="{795B421B-880E-43A9-BB59-8908A280CF3B}" destId="{0782F67B-59B1-4578-9401-45E649EEBB72}" srcOrd="3" destOrd="0" parTransId="{8C8F1025-F706-45CE-B00E-F6FE93977CF9}" sibTransId="{F3051AFD-3601-438F-87DC-1801A327487B}"/>
    <dgm:cxn modelId="{F67515DD-C57C-4D70-8ACD-BD42984897F0}" type="presOf" srcId="{F22EE5D1-76D9-4244-9549-D31933A9F88D}" destId="{8C2B7EC5-883E-4229-9737-B2B73CCA4084}" srcOrd="0" destOrd="0" presId="urn:microsoft.com/office/officeart/2005/8/layout/vList3"/>
    <dgm:cxn modelId="{332D71FF-A02D-4B64-AE25-519FD33AFAC3}" type="presOf" srcId="{68B0E9CC-AB3A-4807-9798-280BE71EA75F}" destId="{B0FF6935-AC9C-441A-8677-67465195D5A7}" srcOrd="0" destOrd="0" presId="urn:microsoft.com/office/officeart/2005/8/layout/vList3"/>
    <dgm:cxn modelId="{97BFC983-3EF1-4259-B9A4-A44D3861DFEB}" type="presParOf" srcId="{D6B73B54-0733-4A59-ACA7-B26E79291F04}" destId="{EE29D1B9-BCE2-42A2-B339-B8881C902104}" srcOrd="0" destOrd="0" presId="urn:microsoft.com/office/officeart/2005/8/layout/vList3"/>
    <dgm:cxn modelId="{456BA806-CE5B-4DF4-A616-D16B036C916A}" type="presParOf" srcId="{EE29D1B9-BCE2-42A2-B339-B8881C902104}" destId="{9D60EE16-780D-4146-BE68-4F5F951BAEA9}" srcOrd="0" destOrd="0" presId="urn:microsoft.com/office/officeart/2005/8/layout/vList3"/>
    <dgm:cxn modelId="{7E4A7839-31F9-492D-9A67-C61A7DDB469C}" type="presParOf" srcId="{EE29D1B9-BCE2-42A2-B339-B8881C902104}" destId="{8C2B7EC5-883E-4229-9737-B2B73CCA4084}" srcOrd="1" destOrd="0" presId="urn:microsoft.com/office/officeart/2005/8/layout/vList3"/>
    <dgm:cxn modelId="{8EA411FB-308C-40FB-A87A-8FA0F4FC42A8}" type="presParOf" srcId="{D6B73B54-0733-4A59-ACA7-B26E79291F04}" destId="{09979EE5-B4D2-48AC-AA74-0895423AEFB7}" srcOrd="1" destOrd="0" presId="urn:microsoft.com/office/officeart/2005/8/layout/vList3"/>
    <dgm:cxn modelId="{5FF01A6E-4B7B-4A01-A751-C11C3841F550}" type="presParOf" srcId="{D6B73B54-0733-4A59-ACA7-B26E79291F04}" destId="{5B729857-779C-47AA-B687-96899F6BA399}" srcOrd="2" destOrd="0" presId="urn:microsoft.com/office/officeart/2005/8/layout/vList3"/>
    <dgm:cxn modelId="{8AD6AFBB-DE2F-4CE4-B2D0-3F40EB833550}" type="presParOf" srcId="{5B729857-779C-47AA-B687-96899F6BA399}" destId="{F7EC64D0-B909-41A8-B721-347B1BA12129}" srcOrd="0" destOrd="0" presId="urn:microsoft.com/office/officeart/2005/8/layout/vList3"/>
    <dgm:cxn modelId="{05DD78AE-382C-4585-902E-84727F189248}" type="presParOf" srcId="{5B729857-779C-47AA-B687-96899F6BA399}" destId="{B0FF6935-AC9C-441A-8677-67465195D5A7}" srcOrd="1" destOrd="0" presId="urn:microsoft.com/office/officeart/2005/8/layout/vList3"/>
    <dgm:cxn modelId="{2B2294B8-B4B5-4F13-9743-AE0BC90E0394}" type="presParOf" srcId="{D6B73B54-0733-4A59-ACA7-B26E79291F04}" destId="{9449171F-7950-4757-A591-BBF7DB48E345}" srcOrd="3" destOrd="0" presId="urn:microsoft.com/office/officeart/2005/8/layout/vList3"/>
    <dgm:cxn modelId="{C8869495-FFE6-415F-860D-E6E5B18B1006}" type="presParOf" srcId="{D6B73B54-0733-4A59-ACA7-B26E79291F04}" destId="{4A5A3D16-CBD4-4897-93A4-B83AE73381C9}" srcOrd="4" destOrd="0" presId="urn:microsoft.com/office/officeart/2005/8/layout/vList3"/>
    <dgm:cxn modelId="{AE3370EA-57A4-45C9-AF6E-D01AF4352E4F}" type="presParOf" srcId="{4A5A3D16-CBD4-4897-93A4-B83AE73381C9}" destId="{0C957B7A-81BE-472A-92EC-0547650363E5}" srcOrd="0" destOrd="0" presId="urn:microsoft.com/office/officeart/2005/8/layout/vList3"/>
    <dgm:cxn modelId="{85CD4A45-78C5-4F49-BE2A-7BFDA3F0F1C3}" type="presParOf" srcId="{4A5A3D16-CBD4-4897-93A4-B83AE73381C9}" destId="{C17D5B6C-6981-4DE4-962C-56782CB79158}" srcOrd="1" destOrd="0" presId="urn:microsoft.com/office/officeart/2005/8/layout/vList3"/>
    <dgm:cxn modelId="{679EF0F7-5A7D-4ED0-93BE-C6153DAA7AD6}" type="presParOf" srcId="{D6B73B54-0733-4A59-ACA7-B26E79291F04}" destId="{163BAA42-C0B2-4219-9280-F2C92F4EDB42}" srcOrd="5" destOrd="0" presId="urn:microsoft.com/office/officeart/2005/8/layout/vList3"/>
    <dgm:cxn modelId="{4833E5D8-EF43-48CE-AFFB-04D96514C1FD}" type="presParOf" srcId="{D6B73B54-0733-4A59-ACA7-B26E79291F04}" destId="{037103D6-72CB-41F6-BDF4-EBA284FAD9A9}" srcOrd="6" destOrd="0" presId="urn:microsoft.com/office/officeart/2005/8/layout/vList3"/>
    <dgm:cxn modelId="{68459AE7-035B-4A8F-B023-AE22280A6287}" type="presParOf" srcId="{037103D6-72CB-41F6-BDF4-EBA284FAD9A9}" destId="{1F408736-3657-48E3-AF55-F92D0EFDE780}" srcOrd="0" destOrd="0" presId="urn:microsoft.com/office/officeart/2005/8/layout/vList3"/>
    <dgm:cxn modelId="{9A1B6B16-7333-4390-8105-BAFE8E1CF72F}" type="presParOf" srcId="{037103D6-72CB-41F6-BDF4-EBA284FAD9A9}" destId="{446BF356-0DF8-4A57-8CD1-EFF00DD593B4}" srcOrd="1" destOrd="0" presId="urn:microsoft.com/office/officeart/2005/8/layout/vList3"/>
    <dgm:cxn modelId="{C91E9557-C41B-4491-A67B-7740B01BCCEE}" type="presParOf" srcId="{D6B73B54-0733-4A59-ACA7-B26E79291F04}" destId="{955BF794-66D5-4193-8A64-5F268EA9FCCC}" srcOrd="7" destOrd="0" presId="urn:microsoft.com/office/officeart/2005/8/layout/vList3"/>
    <dgm:cxn modelId="{1BBB2879-4B28-4E7D-ABE3-0AF575F9C64B}" type="presParOf" srcId="{D6B73B54-0733-4A59-ACA7-B26E79291F04}" destId="{7AA06C7F-7855-4055-9A37-6C2B504910E1}" srcOrd="8" destOrd="0" presId="urn:microsoft.com/office/officeart/2005/8/layout/vList3"/>
    <dgm:cxn modelId="{C3FC2788-FE65-4C2D-B5A1-C611159B37EC}" type="presParOf" srcId="{7AA06C7F-7855-4055-9A37-6C2B504910E1}" destId="{07FB7B7E-459A-4170-9F74-5E8BDA19010F}" srcOrd="0" destOrd="0" presId="urn:microsoft.com/office/officeart/2005/8/layout/vList3"/>
    <dgm:cxn modelId="{FF208202-B8B3-4B8D-B92F-6DFCDDEE776E}" type="presParOf" srcId="{7AA06C7F-7855-4055-9A37-6C2B504910E1}" destId="{40E57581-10F7-466C-909B-2FF57CDD490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05944-254D-44EB-B81B-99F1B7ACEC63}">
      <dsp:nvSpPr>
        <dsp:cNvPr id="0" name=""/>
        <dsp:cNvSpPr/>
      </dsp:nvSpPr>
      <dsp:spPr>
        <a:xfrm rot="10800000">
          <a:off x="1006631" y="340"/>
          <a:ext cx="3432495" cy="568222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0570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O2C Cycle</a:t>
          </a:r>
        </a:p>
      </dsp:txBody>
      <dsp:txXfrm rot="10800000">
        <a:off x="1148686" y="340"/>
        <a:ext cx="3290440" cy="568222"/>
      </dsp:txXfrm>
    </dsp:sp>
    <dsp:sp modelId="{0DAD454A-EE8F-46AB-9C3A-223EA675387D}">
      <dsp:nvSpPr>
        <dsp:cNvPr id="0" name=""/>
        <dsp:cNvSpPr/>
      </dsp:nvSpPr>
      <dsp:spPr>
        <a:xfrm>
          <a:off x="722520" y="340"/>
          <a:ext cx="568222" cy="56822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923BF67-1509-4963-9210-F6B51EBDFCBA}">
      <dsp:nvSpPr>
        <dsp:cNvPr id="0" name=""/>
        <dsp:cNvSpPr/>
      </dsp:nvSpPr>
      <dsp:spPr>
        <a:xfrm rot="10800000">
          <a:off x="1006631" y="738181"/>
          <a:ext cx="3432495" cy="568222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0570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Create Customer</a:t>
          </a:r>
        </a:p>
      </dsp:txBody>
      <dsp:txXfrm rot="10800000">
        <a:off x="1148686" y="738181"/>
        <a:ext cx="3290440" cy="568222"/>
      </dsp:txXfrm>
    </dsp:sp>
    <dsp:sp modelId="{316E647F-0B21-46F3-AD84-1CC9B05D4E95}">
      <dsp:nvSpPr>
        <dsp:cNvPr id="0" name=""/>
        <dsp:cNvSpPr/>
      </dsp:nvSpPr>
      <dsp:spPr>
        <a:xfrm>
          <a:off x="722520" y="738181"/>
          <a:ext cx="568222" cy="56822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D49B0A0-894D-4D0C-8E88-BDD553159987}">
      <dsp:nvSpPr>
        <dsp:cNvPr id="0" name=""/>
        <dsp:cNvSpPr/>
      </dsp:nvSpPr>
      <dsp:spPr>
        <a:xfrm rot="10800000">
          <a:off x="1006631" y="1476022"/>
          <a:ext cx="3432495" cy="568222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0570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Create Payment Term</a:t>
          </a:r>
        </a:p>
      </dsp:txBody>
      <dsp:txXfrm rot="10800000">
        <a:off x="1148686" y="1476022"/>
        <a:ext cx="3290440" cy="568222"/>
      </dsp:txXfrm>
    </dsp:sp>
    <dsp:sp modelId="{0908999A-13FC-415E-B42E-34987741E737}">
      <dsp:nvSpPr>
        <dsp:cNvPr id="0" name=""/>
        <dsp:cNvSpPr/>
      </dsp:nvSpPr>
      <dsp:spPr>
        <a:xfrm>
          <a:off x="722520" y="1476022"/>
          <a:ext cx="568222" cy="56822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FB0D911-A325-4FFE-B396-EDA3A46F5983}">
      <dsp:nvSpPr>
        <dsp:cNvPr id="0" name=""/>
        <dsp:cNvSpPr/>
      </dsp:nvSpPr>
      <dsp:spPr>
        <a:xfrm rot="10800000">
          <a:off x="1006631" y="2213863"/>
          <a:ext cx="3432495" cy="568222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0570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Create Invoice</a:t>
          </a:r>
        </a:p>
      </dsp:txBody>
      <dsp:txXfrm rot="10800000">
        <a:off x="1148686" y="2213863"/>
        <a:ext cx="3290440" cy="568222"/>
      </dsp:txXfrm>
    </dsp:sp>
    <dsp:sp modelId="{1D6F4EA5-531D-46D2-B6A1-64B4123580D6}">
      <dsp:nvSpPr>
        <dsp:cNvPr id="0" name=""/>
        <dsp:cNvSpPr/>
      </dsp:nvSpPr>
      <dsp:spPr>
        <a:xfrm>
          <a:off x="722520" y="2213863"/>
          <a:ext cx="568222" cy="568222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75EE3-B862-4589-8337-C11FB7A470DF}">
      <dsp:nvSpPr>
        <dsp:cNvPr id="0" name=""/>
        <dsp:cNvSpPr/>
      </dsp:nvSpPr>
      <dsp:spPr>
        <a:xfrm rot="10800000">
          <a:off x="1057923" y="264"/>
          <a:ext cx="3432495" cy="77339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1044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Create Credit Note</a:t>
          </a:r>
        </a:p>
      </dsp:txBody>
      <dsp:txXfrm rot="10800000">
        <a:off x="1251270" y="264"/>
        <a:ext cx="3239148" cy="773390"/>
      </dsp:txXfrm>
    </dsp:sp>
    <dsp:sp modelId="{C8BE8F2C-0127-4274-AF56-01517999754B}">
      <dsp:nvSpPr>
        <dsp:cNvPr id="0" name=""/>
        <dsp:cNvSpPr/>
      </dsp:nvSpPr>
      <dsp:spPr>
        <a:xfrm>
          <a:off x="671228" y="264"/>
          <a:ext cx="773390" cy="77339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2347E059-2298-4CCB-B5C1-D15A829E1476}">
      <dsp:nvSpPr>
        <dsp:cNvPr id="0" name=""/>
        <dsp:cNvSpPr/>
      </dsp:nvSpPr>
      <dsp:spPr>
        <a:xfrm rot="10800000">
          <a:off x="1057923" y="1004517"/>
          <a:ext cx="3432495" cy="77339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1044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Approval Limit </a:t>
          </a:r>
          <a:br>
            <a:rPr lang="en-GB" sz="2000" kern="1200" dirty="0"/>
          </a:br>
          <a:r>
            <a:rPr lang="en-GB" sz="2000" kern="1200" dirty="0"/>
            <a:t>(ADJ – Write Off – Refund)</a:t>
          </a:r>
        </a:p>
      </dsp:txBody>
      <dsp:txXfrm rot="10800000">
        <a:off x="1251270" y="1004517"/>
        <a:ext cx="3239148" cy="773390"/>
      </dsp:txXfrm>
    </dsp:sp>
    <dsp:sp modelId="{D533AABD-C807-4F91-AFE4-F7AB112210C7}">
      <dsp:nvSpPr>
        <dsp:cNvPr id="0" name=""/>
        <dsp:cNvSpPr/>
      </dsp:nvSpPr>
      <dsp:spPr>
        <a:xfrm>
          <a:off x="671228" y="1004517"/>
          <a:ext cx="773390" cy="77339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9D2EAF7-89DA-4FAD-84FC-54579B5644C3}">
      <dsp:nvSpPr>
        <dsp:cNvPr id="0" name=""/>
        <dsp:cNvSpPr/>
      </dsp:nvSpPr>
      <dsp:spPr>
        <a:xfrm rot="10800000">
          <a:off x="1057923" y="2008770"/>
          <a:ext cx="3432495" cy="77339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1044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Receivable Activity</a:t>
          </a:r>
          <a:br>
            <a:rPr lang="en-GB" sz="2000" kern="1200" dirty="0"/>
          </a:br>
          <a:r>
            <a:rPr lang="en-GB" sz="2000" kern="1200" dirty="0"/>
            <a:t>ADJ</a:t>
          </a:r>
        </a:p>
      </dsp:txBody>
      <dsp:txXfrm rot="10800000">
        <a:off x="1251270" y="2008770"/>
        <a:ext cx="3239148" cy="773390"/>
      </dsp:txXfrm>
    </dsp:sp>
    <dsp:sp modelId="{9EC125A5-F6DE-499F-8AD9-2EFF13E78220}">
      <dsp:nvSpPr>
        <dsp:cNvPr id="0" name=""/>
        <dsp:cNvSpPr/>
      </dsp:nvSpPr>
      <dsp:spPr>
        <a:xfrm>
          <a:off x="671228" y="2008770"/>
          <a:ext cx="773390" cy="773390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45473-DCD9-490A-BF2A-8191E6A14FBD}">
      <dsp:nvSpPr>
        <dsp:cNvPr id="0" name=""/>
        <dsp:cNvSpPr/>
      </dsp:nvSpPr>
      <dsp:spPr>
        <a:xfrm>
          <a:off x="718295" y="658"/>
          <a:ext cx="3725056" cy="5020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Receivable Activity</a:t>
          </a:r>
        </a:p>
      </dsp:txBody>
      <dsp:txXfrm>
        <a:off x="732998" y="15361"/>
        <a:ext cx="3695650" cy="472599"/>
      </dsp:txXfrm>
    </dsp:sp>
    <dsp:sp modelId="{26E643EC-4845-449E-8CC2-888707959A29}">
      <dsp:nvSpPr>
        <dsp:cNvPr id="0" name=""/>
        <dsp:cNvSpPr/>
      </dsp:nvSpPr>
      <dsp:spPr>
        <a:xfrm>
          <a:off x="718295" y="593024"/>
          <a:ext cx="502005" cy="502005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EE8DCB3-9C3B-4A2E-A1F7-3A5CEF69FB24}">
      <dsp:nvSpPr>
        <dsp:cNvPr id="0" name=""/>
        <dsp:cNvSpPr/>
      </dsp:nvSpPr>
      <dsp:spPr>
        <a:xfrm>
          <a:off x="1250421" y="593024"/>
          <a:ext cx="3192931" cy="502005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Earned Discount</a:t>
          </a:r>
        </a:p>
      </dsp:txBody>
      <dsp:txXfrm>
        <a:off x="1274931" y="617534"/>
        <a:ext cx="3143911" cy="452985"/>
      </dsp:txXfrm>
    </dsp:sp>
    <dsp:sp modelId="{0FB86189-A275-41F6-A74F-45F7E0E66E8F}">
      <dsp:nvSpPr>
        <dsp:cNvPr id="0" name=""/>
        <dsp:cNvSpPr/>
      </dsp:nvSpPr>
      <dsp:spPr>
        <a:xfrm>
          <a:off x="718295" y="1155270"/>
          <a:ext cx="502005" cy="502005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81337B6-6207-41CE-A689-1983765DEDDA}">
      <dsp:nvSpPr>
        <dsp:cNvPr id="0" name=""/>
        <dsp:cNvSpPr/>
      </dsp:nvSpPr>
      <dsp:spPr>
        <a:xfrm>
          <a:off x="1250421" y="1155270"/>
          <a:ext cx="3192931" cy="502005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Unearned Discount</a:t>
          </a:r>
        </a:p>
      </dsp:txBody>
      <dsp:txXfrm>
        <a:off x="1274931" y="1179780"/>
        <a:ext cx="3143911" cy="452985"/>
      </dsp:txXfrm>
    </dsp:sp>
    <dsp:sp modelId="{BFEE836E-E1EC-4E6A-AEB5-B9EE42F9D09F}">
      <dsp:nvSpPr>
        <dsp:cNvPr id="0" name=""/>
        <dsp:cNvSpPr/>
      </dsp:nvSpPr>
      <dsp:spPr>
        <a:xfrm>
          <a:off x="718295" y="1717516"/>
          <a:ext cx="502005" cy="502005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8F6210A-63D3-43C0-9BE9-B95103ECB368}">
      <dsp:nvSpPr>
        <dsp:cNvPr id="0" name=""/>
        <dsp:cNvSpPr/>
      </dsp:nvSpPr>
      <dsp:spPr>
        <a:xfrm>
          <a:off x="1250421" y="1717516"/>
          <a:ext cx="3192931" cy="502005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Write Off</a:t>
          </a:r>
        </a:p>
      </dsp:txBody>
      <dsp:txXfrm>
        <a:off x="1274931" y="1742026"/>
        <a:ext cx="3143911" cy="452985"/>
      </dsp:txXfrm>
    </dsp:sp>
    <dsp:sp modelId="{AB3A4B44-303E-437E-9FF0-6F03B00D1FD5}">
      <dsp:nvSpPr>
        <dsp:cNvPr id="0" name=""/>
        <dsp:cNvSpPr/>
      </dsp:nvSpPr>
      <dsp:spPr>
        <a:xfrm>
          <a:off x="718295" y="2279761"/>
          <a:ext cx="502005" cy="502005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7A9539D-93F7-41C7-A659-910463FD46CA}">
      <dsp:nvSpPr>
        <dsp:cNvPr id="0" name=""/>
        <dsp:cNvSpPr/>
      </dsp:nvSpPr>
      <dsp:spPr>
        <a:xfrm>
          <a:off x="1250421" y="2279761"/>
          <a:ext cx="3192931" cy="502005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Refund</a:t>
          </a:r>
        </a:p>
      </dsp:txBody>
      <dsp:txXfrm>
        <a:off x="1274931" y="2304271"/>
        <a:ext cx="3143911" cy="452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B7EC5-883E-4229-9737-B2B73CCA4084}">
      <dsp:nvSpPr>
        <dsp:cNvPr id="0" name=""/>
        <dsp:cNvSpPr/>
      </dsp:nvSpPr>
      <dsp:spPr>
        <a:xfrm rot="10800000">
          <a:off x="995655" y="2462"/>
          <a:ext cx="3432495" cy="524318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121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Define Bank</a:t>
          </a:r>
        </a:p>
      </dsp:txBody>
      <dsp:txXfrm rot="10800000">
        <a:off x="1126734" y="2462"/>
        <a:ext cx="3301416" cy="524318"/>
      </dsp:txXfrm>
    </dsp:sp>
    <dsp:sp modelId="{9D60EE16-780D-4146-BE68-4F5F951BAEA9}">
      <dsp:nvSpPr>
        <dsp:cNvPr id="0" name=""/>
        <dsp:cNvSpPr/>
      </dsp:nvSpPr>
      <dsp:spPr>
        <a:xfrm>
          <a:off x="733496" y="2462"/>
          <a:ext cx="524318" cy="52431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0FF6935-AC9C-441A-8677-67465195D5A7}">
      <dsp:nvSpPr>
        <dsp:cNvPr id="0" name=""/>
        <dsp:cNvSpPr/>
      </dsp:nvSpPr>
      <dsp:spPr>
        <a:xfrm rot="10800000">
          <a:off x="995655" y="683293"/>
          <a:ext cx="3432495" cy="524318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121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Receipt method</a:t>
          </a:r>
        </a:p>
      </dsp:txBody>
      <dsp:txXfrm rot="10800000">
        <a:off x="1126734" y="683293"/>
        <a:ext cx="3301416" cy="524318"/>
      </dsp:txXfrm>
    </dsp:sp>
    <dsp:sp modelId="{F7EC64D0-B909-41A8-B721-347B1BA12129}">
      <dsp:nvSpPr>
        <dsp:cNvPr id="0" name=""/>
        <dsp:cNvSpPr/>
      </dsp:nvSpPr>
      <dsp:spPr>
        <a:xfrm>
          <a:off x="733496" y="683293"/>
          <a:ext cx="524318" cy="52431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17D5B6C-6981-4DE4-962C-56782CB79158}">
      <dsp:nvSpPr>
        <dsp:cNvPr id="0" name=""/>
        <dsp:cNvSpPr/>
      </dsp:nvSpPr>
      <dsp:spPr>
        <a:xfrm rot="10800000">
          <a:off x="995655" y="1364124"/>
          <a:ext cx="3432495" cy="524318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121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Create Receipt</a:t>
          </a:r>
        </a:p>
      </dsp:txBody>
      <dsp:txXfrm rot="10800000">
        <a:off x="1126734" y="1364124"/>
        <a:ext cx="3301416" cy="524318"/>
      </dsp:txXfrm>
    </dsp:sp>
    <dsp:sp modelId="{0C957B7A-81BE-472A-92EC-0547650363E5}">
      <dsp:nvSpPr>
        <dsp:cNvPr id="0" name=""/>
        <dsp:cNvSpPr/>
      </dsp:nvSpPr>
      <dsp:spPr>
        <a:xfrm>
          <a:off x="733496" y="1364124"/>
          <a:ext cx="524318" cy="52431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46BF356-0DF8-4A57-8CD1-EFF00DD593B4}">
      <dsp:nvSpPr>
        <dsp:cNvPr id="0" name=""/>
        <dsp:cNvSpPr/>
      </dsp:nvSpPr>
      <dsp:spPr>
        <a:xfrm rot="10800000">
          <a:off x="995655" y="2044955"/>
          <a:ext cx="3432495" cy="524318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121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Miscellaneous cash</a:t>
          </a:r>
        </a:p>
      </dsp:txBody>
      <dsp:txXfrm rot="10800000">
        <a:off x="1126734" y="2044955"/>
        <a:ext cx="3301416" cy="524318"/>
      </dsp:txXfrm>
    </dsp:sp>
    <dsp:sp modelId="{1F408736-3657-48E3-AF55-F92D0EFDE780}">
      <dsp:nvSpPr>
        <dsp:cNvPr id="0" name=""/>
        <dsp:cNvSpPr/>
      </dsp:nvSpPr>
      <dsp:spPr>
        <a:xfrm>
          <a:off x="733496" y="2044955"/>
          <a:ext cx="524318" cy="524318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0E57581-10F7-466C-909B-2FF57CDD4902}">
      <dsp:nvSpPr>
        <dsp:cNvPr id="0" name=""/>
        <dsp:cNvSpPr/>
      </dsp:nvSpPr>
      <dsp:spPr>
        <a:xfrm rot="10800000">
          <a:off x="995655" y="2725786"/>
          <a:ext cx="3432495" cy="524318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121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Report</a:t>
          </a:r>
        </a:p>
      </dsp:txBody>
      <dsp:txXfrm rot="10800000">
        <a:off x="1126734" y="2725786"/>
        <a:ext cx="3301416" cy="524318"/>
      </dsp:txXfrm>
    </dsp:sp>
    <dsp:sp modelId="{07FB7B7E-459A-4170-9F74-5E8BDA19010F}">
      <dsp:nvSpPr>
        <dsp:cNvPr id="0" name=""/>
        <dsp:cNvSpPr/>
      </dsp:nvSpPr>
      <dsp:spPr>
        <a:xfrm>
          <a:off x="733496" y="2725786"/>
          <a:ext cx="524318" cy="524318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6CD57F-07F9-4E64-B711-0A29784860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110962" tIns="55481" rIns="110962" bIns="55481" rtlCol="0"/>
          <a:lstStyle>
            <a:lvl1pPr algn="l">
              <a:defRPr sz="15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F4D90-7F7E-44CA-B817-7324C04168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444" y="0"/>
            <a:ext cx="3078427" cy="513508"/>
          </a:xfrm>
          <a:prstGeom prst="rect">
            <a:avLst/>
          </a:prstGeom>
        </p:spPr>
        <p:txBody>
          <a:bodyPr vert="horz" lIns="110962" tIns="55481" rIns="110962" bIns="55481" rtlCol="0"/>
          <a:lstStyle>
            <a:lvl1pPr algn="r">
              <a:defRPr sz="1500"/>
            </a:lvl1pPr>
          </a:lstStyle>
          <a:p>
            <a:fld id="{85BA2AEA-D7F9-4E1C-AA16-3FB99025E315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3AC53-73C4-4737-8532-73471EEEE6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110962" tIns="55481" rIns="110962" bIns="55481" rtlCol="0" anchor="b"/>
          <a:lstStyle>
            <a:lvl1pPr algn="l">
              <a:defRPr sz="15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34011-747A-4929-A26A-E7F409E8DC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444" y="9721107"/>
            <a:ext cx="3078427" cy="513507"/>
          </a:xfrm>
          <a:prstGeom prst="rect">
            <a:avLst/>
          </a:prstGeom>
        </p:spPr>
        <p:txBody>
          <a:bodyPr vert="horz" lIns="110962" tIns="55481" rIns="110962" bIns="55481" rtlCol="0" anchor="b"/>
          <a:lstStyle>
            <a:lvl1pPr algn="r">
              <a:defRPr sz="1500"/>
            </a:lvl1pPr>
          </a:lstStyle>
          <a:p>
            <a:fld id="{F903C3B4-E3EE-4023-BE83-5D2110A794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5704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922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62" tIns="55481" rIns="110962" bIns="55481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61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924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927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050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944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722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617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404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341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2450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436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55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244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139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451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849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0458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193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2499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9527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62" tIns="55481" rIns="110962" bIns="55481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146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47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440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F87FE90E-84E6-4EC3-B938-7AC04C1B97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2" name="Shape 0">
            <a:extLst>
              <a:ext uri="{FF2B5EF4-FFF2-40B4-BE49-F238E27FC236}">
                <a16:creationId xmlns:a16="http://schemas.microsoft.com/office/drawing/2014/main" id="{F28D0F00-968A-44DE-9944-95F8AB62E9A6}"/>
              </a:ext>
            </a:extLst>
          </p:cNvPr>
          <p:cNvSpPr/>
          <p:nvPr userDrawn="1"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89FC48BB-D724-404F-BEF6-7A98D848504B}"/>
              </a:ext>
            </a:extLst>
          </p:cNvPr>
          <p:cNvSpPr/>
          <p:nvPr userDrawn="1"/>
        </p:nvSpPr>
        <p:spPr>
          <a:xfrm>
            <a:off x="4938267" y="0"/>
            <a:ext cx="4205288" cy="5143500"/>
          </a:xfrm>
          <a:prstGeom prst="rect">
            <a:avLst/>
          </a:prstGeom>
          <a:solidFill>
            <a:srgbClr val="263536"/>
          </a:solidFill>
          <a:ln/>
        </p:spPr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80415B1A-C272-43D0-8D1F-4E84DECA72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37820" y="0"/>
            <a:ext cx="4206180" cy="5143500"/>
          </a:xfrm>
          <a:prstGeom prst="rect">
            <a:avLst/>
          </a:prstGeom>
        </p:spPr>
      </p:pic>
      <p:sp>
        <p:nvSpPr>
          <p:cNvPr id="35" name="Text 2">
            <a:extLst>
              <a:ext uri="{FF2B5EF4-FFF2-40B4-BE49-F238E27FC236}">
                <a16:creationId xmlns:a16="http://schemas.microsoft.com/office/drawing/2014/main" id="{B99D4A5B-B7A1-4C57-A145-A48D1C03B879}"/>
              </a:ext>
            </a:extLst>
          </p:cNvPr>
          <p:cNvSpPr/>
          <p:nvPr userDrawn="1"/>
        </p:nvSpPr>
        <p:spPr>
          <a:xfrm>
            <a:off x="299749" y="1314301"/>
            <a:ext cx="4149030" cy="1385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34"/>
              </a:lnSpc>
              <a:buNone/>
            </a:pPr>
            <a:r>
              <a:rPr lang="en-US" sz="2800" b="1" dirty="0">
                <a:solidFill>
                  <a:srgbClr val="202B2D"/>
                </a:solidFill>
                <a:latin typeface="Book Antiqua" panose="02040602050305030304" pitchFamily="18" charset="0"/>
                <a:ea typeface="Cairo" pitchFamily="34" charset="-122"/>
                <a:cs typeface="Cairo" pitchFamily="34" charset="-120"/>
              </a:rPr>
              <a:t>Accounts Receivable</a:t>
            </a:r>
            <a:endParaRPr lang="en-US" sz="2800" dirty="0">
              <a:latin typeface="Book Antiqua" panose="02040602050305030304" pitchFamily="18" charset="0"/>
            </a:endParaRPr>
          </a:p>
          <a:p>
            <a:pPr marL="0" indent="0" algn="l">
              <a:lnSpc>
                <a:spcPts val="4534"/>
              </a:lnSpc>
              <a:buNone/>
            </a:pPr>
            <a:r>
              <a:rPr lang="en-US" sz="2800" b="1" dirty="0">
                <a:solidFill>
                  <a:srgbClr val="202B2D"/>
                </a:solidFill>
                <a:latin typeface="Book Antiqua" panose="02040602050305030304" pitchFamily="18" charset="0"/>
                <a:ea typeface="Cairo" pitchFamily="34" charset="-122"/>
                <a:cs typeface="Cairo" pitchFamily="34" charset="-120"/>
              </a:rPr>
              <a:t>Oracle Fusion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416CC86B-61DE-4A95-B656-A56ACD7E34BF}"/>
              </a:ext>
            </a:extLst>
          </p:cNvPr>
          <p:cNvSpPr/>
          <p:nvPr userDrawn="1"/>
        </p:nvSpPr>
        <p:spPr>
          <a:xfrm>
            <a:off x="373581" y="2685454"/>
            <a:ext cx="4198419" cy="1928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b="1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  <a:cs typeface="Cairo" pitchFamily="34" charset="-120"/>
              </a:rPr>
              <a:t>Team Members:-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ar-EG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Mahmoud Mohamed Ahmed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A1A8B5BF-EF65-40FC-9DE4-B094071156A4}"/>
              </a:ext>
            </a:extLst>
          </p:cNvPr>
          <p:cNvSpPr/>
          <p:nvPr userDrawn="1"/>
        </p:nvSpPr>
        <p:spPr>
          <a:xfrm>
            <a:off x="2997392" y="2528887"/>
            <a:ext cx="1095375" cy="42863"/>
          </a:xfrm>
          <a:prstGeom prst="roundRect">
            <a:avLst>
              <a:gd name="adj" fmla="val 49999"/>
            </a:avLst>
          </a:prstGeom>
          <a:solidFill>
            <a:srgbClr val="C74634"/>
          </a:solidFill>
          <a:ln/>
        </p:spPr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1429699-3B84-444B-B6F4-41A707AA903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76528" y="858341"/>
            <a:ext cx="549025" cy="54657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F84D1EB-17BC-4DF4-9A20-C4881FD2BC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18872" b="19510"/>
          <a:stretch/>
        </p:blipFill>
        <p:spPr>
          <a:xfrm>
            <a:off x="3788149" y="890131"/>
            <a:ext cx="783852" cy="48299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8E6F0BD-9BEF-4AFD-A2BE-0EA22DBB72B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811778" y="890131"/>
            <a:ext cx="890146" cy="50070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8213518-B8A3-404E-B0C3-0D32B34637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2A063276-D9E8-419B-A7FA-179B17B08365}"/>
              </a:ext>
            </a:extLst>
          </p:cNvPr>
          <p:cNvSpPr/>
          <p:nvPr userDrawn="1"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BD47D2-5D45-45EA-8A2B-18452585C1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890" y="0"/>
            <a:ext cx="1040530" cy="1035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BA3AE0-E20C-41DB-BE98-F5E8E524ED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8872" b="19510"/>
          <a:stretch/>
        </p:blipFill>
        <p:spPr>
          <a:xfrm>
            <a:off x="7658419" y="0"/>
            <a:ext cx="1485581" cy="9153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489A41-2A82-470F-954A-F77063A36E3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05958" y="0"/>
            <a:ext cx="1687033" cy="94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4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8213518-B8A3-404E-B0C3-0D32B34637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2A063276-D9E8-419B-A7FA-179B17B08365}"/>
              </a:ext>
            </a:extLst>
          </p:cNvPr>
          <p:cNvSpPr/>
          <p:nvPr userDrawn="1"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5E364C-52A1-4B5A-9C10-6BAEB7AEAFAD}"/>
              </a:ext>
            </a:extLst>
          </p:cNvPr>
          <p:cNvSpPr txBox="1"/>
          <p:nvPr userDrawn="1"/>
        </p:nvSpPr>
        <p:spPr>
          <a:xfrm>
            <a:off x="8335925" y="4592421"/>
            <a:ext cx="630865" cy="338554"/>
          </a:xfrm>
          <a:prstGeom prst="rect">
            <a:avLst/>
          </a:prstGeom>
          <a:solidFill>
            <a:srgbClr val="D4C1B4"/>
          </a:solidFill>
        </p:spPr>
        <p:txBody>
          <a:bodyPr wrap="square" rtlCol="0">
            <a:spAutoFit/>
          </a:bodyPr>
          <a:lstStyle/>
          <a:p>
            <a:pPr algn="ctr"/>
            <a:fld id="{B8AAFBD8-19B2-45DB-ACBB-5752AE315E52}" type="slidenum">
              <a:rPr lang="en-GB" sz="1600" smtClean="0">
                <a:latin typeface="Book Antiqua" panose="02040602050305030304" pitchFamily="18" charset="0"/>
              </a:rPr>
              <a:pPr algn="ctr"/>
              <a:t>‹#›</a:t>
            </a:fld>
            <a:endParaRPr lang="en-GB" sz="1600" dirty="0">
              <a:latin typeface="Book Antiqua" panose="0204060205030503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BD47D2-5D45-45EA-8A2B-18452585C1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890" y="0"/>
            <a:ext cx="1040530" cy="1035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BA3AE0-E20C-41DB-BE98-F5E8E524ED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8872" b="19510"/>
          <a:stretch/>
        </p:blipFill>
        <p:spPr>
          <a:xfrm>
            <a:off x="7658419" y="0"/>
            <a:ext cx="1485581" cy="9153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489A41-2A82-470F-954A-F77063A36E3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05958" y="0"/>
            <a:ext cx="1687033" cy="94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9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1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8.png"/><Relationship Id="rId4" Type="http://schemas.openxmlformats.org/officeDocument/2006/relationships/image" Target="../media/image15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9.png"/><Relationship Id="rId4" Type="http://schemas.openxmlformats.org/officeDocument/2006/relationships/image" Target="../media/image15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9.png"/><Relationship Id="rId4" Type="http://schemas.openxmlformats.org/officeDocument/2006/relationships/image" Target="../media/image15.sv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482FF7B-7A3C-4B42-94A7-361EEDDDC5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171322"/>
              </p:ext>
            </p:extLst>
          </p:nvPr>
        </p:nvGraphicFramePr>
        <p:xfrm>
          <a:off x="1991176" y="1505657"/>
          <a:ext cx="5161648" cy="2782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57B2436B-B3C9-4ACA-B777-F452FDEE16A7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4" name="Graphic 3" descr="Call center with solid fill">
            <a:extLst>
              <a:ext uri="{FF2B5EF4-FFF2-40B4-BE49-F238E27FC236}">
                <a16:creationId xmlns:a16="http://schemas.microsoft.com/office/drawing/2014/main" id="{217B5B16-C21B-46F2-BB75-B920178DF4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9890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AC632B-6548-4D3D-A889-B066696AC418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1185F5-B99D-4F97-9783-436332234D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734"/>
          <a:stretch/>
        </p:blipFill>
        <p:spPr>
          <a:xfrm>
            <a:off x="246718" y="916473"/>
            <a:ext cx="8724903" cy="3662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220BE9-9E4D-41DA-B00A-5772F6717C83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O2C Cycle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10E641-855D-4D29-8AE6-66B8DE6C99A6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653D33B0-88D3-4337-B53A-DE40CC446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7048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AC632B-6548-4D3D-A889-B066696AC418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1185F5-B99D-4F97-9783-436332234D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734"/>
          <a:stretch/>
        </p:blipFill>
        <p:spPr>
          <a:xfrm>
            <a:off x="246718" y="916474"/>
            <a:ext cx="8724903" cy="36629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EC7002-B43C-41BF-B6E4-EE3AB60B6D18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O2C Cycle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16791D-2C74-41FE-B540-7288C4B8681E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08165937-ED7D-4474-81D3-16E900EDD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3022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7F78D0-53F5-48A7-8BA4-A0133925B4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620" b="21929"/>
          <a:stretch/>
        </p:blipFill>
        <p:spPr>
          <a:xfrm>
            <a:off x="246718" y="916474"/>
            <a:ext cx="8724903" cy="36629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AC632B-6548-4D3D-A889-B066696AC418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FB4CC-2BCE-4E41-9E61-6F7557BEEDAA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Customer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5B002F5-F5A2-4E75-9069-B0EDA06218F4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4B1D175B-06AA-41A1-8D1C-B70ABE68F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0199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7F78D0-53F5-48A7-8BA4-A0133925B4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929" r="12620"/>
          <a:stretch/>
        </p:blipFill>
        <p:spPr>
          <a:xfrm>
            <a:off x="246718" y="916474"/>
            <a:ext cx="8724903" cy="36629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AC632B-6548-4D3D-A889-B066696AC418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913DF-A8B1-4799-8C89-B43C7C84197A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Customer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D0E59D5-9521-45B1-8262-AFEB25584888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49EBA568-54FA-4D61-A228-ECA6E65B76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0484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AC632B-6548-4D3D-A889-B066696AC418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12630D-405E-42F0-8740-86BC2BC146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10"/>
          <a:stretch/>
        </p:blipFill>
        <p:spPr>
          <a:xfrm>
            <a:off x="246719" y="916474"/>
            <a:ext cx="8650562" cy="36215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8887B2-C10A-42DC-9C29-79C6FD753721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Customer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B69F47C-90A4-453E-99D4-A780058ABA4C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E7CC5DDD-10FC-4268-9802-9608C8ABF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1597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F3DA92-2055-4DAA-B5D4-AC292C321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19" y="916475"/>
            <a:ext cx="8650562" cy="3704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9EE489-2EA2-4635-AFBF-31DDE3C160A4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Payment Term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3394D09-25FB-4BE6-B2E5-AA9DA7E2CDB7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812019C5-EFE0-467C-A721-68DA2F557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5707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97BA5-9986-4001-AA20-B0F443AA61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013" r="9533"/>
          <a:stretch/>
        </p:blipFill>
        <p:spPr>
          <a:xfrm>
            <a:off x="246720" y="916474"/>
            <a:ext cx="8724902" cy="3662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1D1EF9-1B71-4C66-87A0-5B9D588B12E9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Payment Term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26A05AB-B4FB-4D9A-A5E1-9A880F113720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89516FFC-92B9-40A5-9008-C54E8743F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6622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1FB07-DC01-4AAE-8FE0-D0A8976CA4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642"/>
          <a:stretch/>
        </p:blipFill>
        <p:spPr>
          <a:xfrm>
            <a:off x="246719" y="859637"/>
            <a:ext cx="8724902" cy="3719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4E29DC-15EA-4DE3-AC12-F6334837797B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Review Instalments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B05B2D-09E4-42F3-B1F8-B5CAEB5C4FF7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8521548A-1348-4D89-9836-ACBEBC393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1584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E29DC-15EA-4DE3-AC12-F6334837797B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Review Instalments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92ABC-A227-4107-B1C0-74E145063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04" b="4504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32E589D3-877E-4E96-BC0F-20BA9D16995E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D11CE867-5BB7-40C0-AC7A-839BA122F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9798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E29DC-15EA-4DE3-AC12-F6334837797B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Invoice Journal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BAECE5-4FFC-478B-B380-B94EDB9D95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461"/>
          <a:stretch/>
        </p:blipFill>
        <p:spPr>
          <a:xfrm>
            <a:off x="246719" y="916475"/>
            <a:ext cx="8724902" cy="3662959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AA65A340-236D-487B-AA0F-1A965E9A36EF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Maryam Khalaf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Mereed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6C620E33-2FE5-4FEA-A1CD-7EB9C5297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1430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482FF7B-7A3C-4B42-94A7-361EEDDDC5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3861338"/>
              </p:ext>
            </p:extLst>
          </p:nvPr>
        </p:nvGraphicFramePr>
        <p:xfrm>
          <a:off x="1991176" y="1180537"/>
          <a:ext cx="5161648" cy="2782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57B2436B-B3C9-4ACA-B777-F452FDEE16A7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Mahmoud Mohamed Ahmed</a:t>
            </a:r>
          </a:p>
        </p:txBody>
      </p:sp>
      <p:pic>
        <p:nvPicPr>
          <p:cNvPr id="4" name="Graphic 3" descr="Call center with solid fill">
            <a:extLst>
              <a:ext uri="{FF2B5EF4-FFF2-40B4-BE49-F238E27FC236}">
                <a16:creationId xmlns:a16="http://schemas.microsoft.com/office/drawing/2014/main" id="{8A8B5F31-8F38-4084-9C7A-741656D934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3268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A65A340-236D-487B-AA0F-1A965E9A36EF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Mahmoud Mohamed Ahmed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6C620E33-2FE5-4FEA-A1CD-7EB9C529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A76893-E606-42C4-9E8F-66FA8EC52F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720"/>
          <a:stretch/>
        </p:blipFill>
        <p:spPr>
          <a:xfrm>
            <a:off x="321059" y="916474"/>
            <a:ext cx="8650562" cy="3662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9AF21F-5671-42EE-80A6-327C7067B4EA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Credit Note</a:t>
            </a:r>
          </a:p>
        </p:txBody>
      </p:sp>
    </p:spTree>
    <p:extLst>
      <p:ext uri="{BB962C8B-B14F-4D97-AF65-F5344CB8AC3E}">
        <p14:creationId xmlns:p14="http://schemas.microsoft.com/office/powerpoint/2010/main" val="1127451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A65A340-236D-487B-AA0F-1A965E9A36EF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Mahmoud Mohamed Ahmed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6C620E33-2FE5-4FEA-A1CD-7EB9C529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B4BBAF-2DEB-44E7-B536-41E96B8913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36" b="31614"/>
          <a:stretch/>
        </p:blipFill>
        <p:spPr>
          <a:xfrm>
            <a:off x="246719" y="916475"/>
            <a:ext cx="8724902" cy="3662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28AD24-89B5-46DC-9CF6-F613311760C1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Credit Note</a:t>
            </a:r>
          </a:p>
        </p:txBody>
      </p:sp>
    </p:spTree>
    <p:extLst>
      <p:ext uri="{BB962C8B-B14F-4D97-AF65-F5344CB8AC3E}">
        <p14:creationId xmlns:p14="http://schemas.microsoft.com/office/powerpoint/2010/main" val="2355576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A65A340-236D-487B-AA0F-1A965E9A36EF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Mahmoud Mohamed Ahmed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6C620E33-2FE5-4FEA-A1CD-7EB9C529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B4BBAF-2DEB-44E7-B536-41E96B8913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7150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9CD792-4266-4ECD-B268-26896ED37865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Credit Note</a:t>
            </a:r>
          </a:p>
        </p:txBody>
      </p:sp>
    </p:spTree>
    <p:extLst>
      <p:ext uri="{BB962C8B-B14F-4D97-AF65-F5344CB8AC3E}">
        <p14:creationId xmlns:p14="http://schemas.microsoft.com/office/powerpoint/2010/main" val="23795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A65A340-236D-487B-AA0F-1A965E9A36EF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Mahmoud Mohamed Ahmed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6C620E33-2FE5-4FEA-A1CD-7EB9C529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3248FD-3F1E-49DE-A8E3-0444835271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100" b="21838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718F95-69DE-4F5B-BEE9-557CA7739D83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Credit Note Journal</a:t>
            </a:r>
          </a:p>
        </p:txBody>
      </p:sp>
    </p:spTree>
    <p:extLst>
      <p:ext uri="{BB962C8B-B14F-4D97-AF65-F5344CB8AC3E}">
        <p14:creationId xmlns:p14="http://schemas.microsoft.com/office/powerpoint/2010/main" val="1864423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A65A340-236D-487B-AA0F-1A965E9A36EF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Mahmoud Mohamed Ahmed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6C620E33-2FE5-4FEA-A1CD-7EB9C529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8AFC38-2180-4E78-A4D2-98AE148D12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44" r="1803"/>
          <a:stretch/>
        </p:blipFill>
        <p:spPr>
          <a:xfrm>
            <a:off x="246720" y="916474"/>
            <a:ext cx="8724902" cy="3662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AB694B-C470-41E0-B3B7-DD664B0F8676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Receivable Activity - ADJ</a:t>
            </a:r>
          </a:p>
        </p:txBody>
      </p:sp>
    </p:spTree>
    <p:extLst>
      <p:ext uri="{BB962C8B-B14F-4D97-AF65-F5344CB8AC3E}">
        <p14:creationId xmlns:p14="http://schemas.microsoft.com/office/powerpoint/2010/main" val="4022781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A65A340-236D-487B-AA0F-1A965E9A36EF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Mahmoud Mohamed Ahmed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6C620E33-2FE5-4FEA-A1CD-7EB9C529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D3A1BD-516D-42F7-A5F9-0496CBFABD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23" b="12851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73C21A-4C69-4131-9A7B-9D580132B6A3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Receivable Activity - ADJ</a:t>
            </a:r>
          </a:p>
        </p:txBody>
      </p:sp>
    </p:spTree>
    <p:extLst>
      <p:ext uri="{BB962C8B-B14F-4D97-AF65-F5344CB8AC3E}">
        <p14:creationId xmlns:p14="http://schemas.microsoft.com/office/powerpoint/2010/main" val="2541398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A65A340-236D-487B-AA0F-1A965E9A36EF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Mahmoud Mohamed Ahmed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6C620E33-2FE5-4FEA-A1CD-7EB9C529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8AA90F-C4FF-4B44-BBFC-AB2704BC67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30" r="715" b="21054"/>
          <a:stretch/>
        </p:blipFill>
        <p:spPr>
          <a:xfrm>
            <a:off x="246719" y="916473"/>
            <a:ext cx="8724902" cy="36629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B58ADF-EA4B-453E-9A71-58DAAF34937A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Receivable Activity - ADJ</a:t>
            </a:r>
          </a:p>
        </p:txBody>
      </p:sp>
    </p:spTree>
    <p:extLst>
      <p:ext uri="{BB962C8B-B14F-4D97-AF65-F5344CB8AC3E}">
        <p14:creationId xmlns:p14="http://schemas.microsoft.com/office/powerpoint/2010/main" val="4257190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A65A340-236D-487B-AA0F-1A965E9A36EF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Mahmoud Mohamed Ahmed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6C620E33-2FE5-4FEA-A1CD-7EB9C529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49D21F-F7B9-4D64-BB4F-4ED7BB1257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7503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18FB5C-AB2A-44C8-AD07-27FBA8655A50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Receivable Activity - ADJ</a:t>
            </a:r>
          </a:p>
        </p:txBody>
      </p:sp>
    </p:spTree>
    <p:extLst>
      <p:ext uri="{BB962C8B-B14F-4D97-AF65-F5344CB8AC3E}">
        <p14:creationId xmlns:p14="http://schemas.microsoft.com/office/powerpoint/2010/main" val="1839803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A65A340-236D-487B-AA0F-1A965E9A36EF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Mahmoud Mohamed Ahmed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6C620E33-2FE5-4FEA-A1CD-7EB9C529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1198CD-E5DD-467A-AE88-C29D4B2624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7" r="3026" b="24099"/>
          <a:stretch/>
        </p:blipFill>
        <p:spPr>
          <a:xfrm>
            <a:off x="246719" y="916475"/>
            <a:ext cx="8724902" cy="3662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89A102-18B8-4CFF-B8EF-667FA255FAE1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Approval Limit</a:t>
            </a:r>
          </a:p>
        </p:txBody>
      </p:sp>
    </p:spTree>
    <p:extLst>
      <p:ext uri="{BB962C8B-B14F-4D97-AF65-F5344CB8AC3E}">
        <p14:creationId xmlns:p14="http://schemas.microsoft.com/office/powerpoint/2010/main" val="563002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482FF7B-7A3C-4B42-94A7-361EEDDDC5DA}"/>
              </a:ext>
            </a:extLst>
          </p:cNvPr>
          <p:cNvGraphicFramePr/>
          <p:nvPr/>
        </p:nvGraphicFramePr>
        <p:xfrm>
          <a:off x="1991176" y="1180537"/>
          <a:ext cx="5161648" cy="2782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57B2436B-B3C9-4ACA-B777-F452FDEE16A7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4" name="Graphic 3" descr="Call center with solid fill">
            <a:extLst>
              <a:ext uri="{FF2B5EF4-FFF2-40B4-BE49-F238E27FC236}">
                <a16:creationId xmlns:a16="http://schemas.microsoft.com/office/drawing/2014/main" id="{8A8B5F31-8F38-4084-9C7A-741656D934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0682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B1538-133A-4B03-954C-2DC00C7D98C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Earned Discount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C16DA8-EBDB-4E47-9B4D-B4C4B1D633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83" b="19673"/>
          <a:stretch/>
        </p:blipFill>
        <p:spPr>
          <a:xfrm>
            <a:off x="246719" y="916475"/>
            <a:ext cx="8724902" cy="366296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D48E19D7-1604-44F2-8BB0-920683D6951B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98630ED5-CC32-4870-85E9-59595D887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4641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C93CE3-6430-45C5-BAB8-C10347F233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83" b="19378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7A9E34-280C-46FE-87C5-2ECBF623A311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Unearned Discount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C3A2377-0AC2-4E3E-A9F6-7E3A48BD597D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9" name="Graphic 8" descr="Call center with solid fill">
            <a:extLst>
              <a:ext uri="{FF2B5EF4-FFF2-40B4-BE49-F238E27FC236}">
                <a16:creationId xmlns:a16="http://schemas.microsoft.com/office/drawing/2014/main" id="{2B3A5E6D-6E52-4DC2-ADF8-CE1E33105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5577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F282E-DD6B-425E-9AD1-09093DF6B18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Write Off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374A16-BC2E-4F85-B9F3-A9BCCFB5CF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83" b="19841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AD1BD9B4-0161-4275-97E4-0FF4BFB67268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96035789-59CD-4263-8F3C-F6F2DC8F3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1669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95F30-22CB-4BEF-A513-DC3E8AF16E33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Refund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8F388-9156-4BD4-B77D-8F9231EC03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83" b="19924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D1792D5-1143-40A1-B841-49C4F05E128C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A8C9B112-C121-4E2B-A517-42C7A9F3F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3353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87B0DA-25F4-4E27-B888-E0BB23EA26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71"/>
          <a:stretch/>
        </p:blipFill>
        <p:spPr>
          <a:xfrm>
            <a:off x="246719" y="916475"/>
            <a:ext cx="8724902" cy="36629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8252D1-F5F6-4B97-887D-57E9DB1D0017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Earned Discount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6D9BA7D-6A86-4932-A407-16CF4E8179C0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4EAA2D44-5241-4851-A053-41111757A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2790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717F98-5E91-4763-9B9F-57A9B44944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921"/>
          <a:stretch/>
        </p:blipFill>
        <p:spPr>
          <a:xfrm>
            <a:off x="246719" y="916474"/>
            <a:ext cx="8726802" cy="3662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Unearned Discount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3FACF91-90B2-494D-9F33-E6382843422C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ED6EEEAC-0B50-4FD8-8350-72FEE737C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1263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Write Off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AF7E05-1845-401F-B7CD-FADC2791A5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698"/>
          <a:stretch/>
        </p:blipFill>
        <p:spPr>
          <a:xfrm>
            <a:off x="246719" y="916475"/>
            <a:ext cx="8744236" cy="3662959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B36FC4F5-B594-4DB1-8AAC-AC93DDF6049A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AA89E308-506A-4314-9F80-D8D1F9228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0063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Write Off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B9FF82-165F-4437-AA01-C8C09745F5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311"/>
          <a:stretch/>
        </p:blipFill>
        <p:spPr>
          <a:xfrm>
            <a:off x="246719" y="916474"/>
            <a:ext cx="8726417" cy="366296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49D1D074-BD19-4DC4-9E46-DAB434193AE3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6" name="Graphic 5" descr="Call center with solid fill">
            <a:extLst>
              <a:ext uri="{FF2B5EF4-FFF2-40B4-BE49-F238E27FC236}">
                <a16:creationId xmlns:a16="http://schemas.microsoft.com/office/drawing/2014/main" id="{7E2FB4E2-143E-47D6-9F50-2869E5E94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7929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Write Off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9740AB-2EE3-4282-B16A-A6DB7C1344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921"/>
          <a:stretch/>
        </p:blipFill>
        <p:spPr>
          <a:xfrm>
            <a:off x="246719" y="916474"/>
            <a:ext cx="8713132" cy="366296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4985262C-FEC6-4571-8C89-197628EB70A9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F06C6BD4-12C6-498D-B486-54A3E681DC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8483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Refund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19E339-6A26-4826-8774-2E7A609F6C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9"/>
          <a:stretch/>
        </p:blipFill>
        <p:spPr>
          <a:xfrm>
            <a:off x="246719" y="916475"/>
            <a:ext cx="8724902" cy="3662959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176D502C-E7AF-4B9D-9B11-473CDAB9A919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6" name="Graphic 5" descr="Call center with solid fill">
            <a:extLst>
              <a:ext uri="{FF2B5EF4-FFF2-40B4-BE49-F238E27FC236}">
                <a16:creationId xmlns:a16="http://schemas.microsoft.com/office/drawing/2014/main" id="{12163190-BB3E-4DE3-90AF-DCECAB2C3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6483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Refund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0A1D1-AFF4-43BA-AD72-4590E8A531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824"/>
          <a:stretch/>
        </p:blipFill>
        <p:spPr>
          <a:xfrm>
            <a:off x="246719" y="916475"/>
            <a:ext cx="8724902" cy="366296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ACEC7480-C617-44F7-B957-1CA58500B467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CC522BD6-2C44-467C-BF68-3373367D6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8626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Refund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7EE8B-CC67-4D89-A883-A39400A306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244"/>
          <a:stretch/>
        </p:blipFill>
        <p:spPr>
          <a:xfrm>
            <a:off x="246719" y="916475"/>
            <a:ext cx="8724902" cy="366296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9F26FF86-1FD6-4BBA-93E1-F7104DE0EB06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6" name="Graphic 5" descr="Call center with solid fill">
            <a:extLst>
              <a:ext uri="{FF2B5EF4-FFF2-40B4-BE49-F238E27FC236}">
                <a16:creationId xmlns:a16="http://schemas.microsoft.com/office/drawing/2014/main" id="{FE6BFB6A-76FF-4B2B-8852-CA6E48420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1721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Refund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EBB73B-693E-4C71-BA4B-0DFFE9BD50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139"/>
          <a:stretch/>
        </p:blipFill>
        <p:spPr>
          <a:xfrm>
            <a:off x="246719" y="916475"/>
            <a:ext cx="8724902" cy="3662959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2C775DF7-5F53-4348-9870-68D085BE0DF9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57AFD807-A9B0-4C32-8CCB-733233F2D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2392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Refund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515432-C0BD-4BC1-BC50-9AA50B364B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034"/>
          <a:stretch/>
        </p:blipFill>
        <p:spPr>
          <a:xfrm>
            <a:off x="246719" y="916475"/>
            <a:ext cx="8724902" cy="366296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A1852259-469C-47C7-9594-4F2D3B1989E8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6" name="Graphic 5" descr="Call center with solid fill">
            <a:extLst>
              <a:ext uri="{FF2B5EF4-FFF2-40B4-BE49-F238E27FC236}">
                <a16:creationId xmlns:a16="http://schemas.microsoft.com/office/drawing/2014/main" id="{9354750A-D5E4-4718-89CF-F44C0B9AC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8300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Refund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472DE-654E-40B0-A5ED-6429C20C01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903"/>
          <a:stretch/>
        </p:blipFill>
        <p:spPr>
          <a:xfrm>
            <a:off x="246719" y="916475"/>
            <a:ext cx="8724902" cy="3662959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8AA703F7-5642-4192-9F34-6FC1C5F4890C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E0FDB531-FC93-4876-8E4D-7CD907FCF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4017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Refund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C54663-B5E6-4D7E-AAF7-7522E08DBE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078"/>
          <a:stretch/>
        </p:blipFill>
        <p:spPr>
          <a:xfrm>
            <a:off x="246719" y="916475"/>
            <a:ext cx="8724902" cy="366296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20ECDE9E-D8DC-49EC-8460-DE95AF83B87F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6" name="Graphic 5" descr="Call center with solid fill">
            <a:extLst>
              <a:ext uri="{FF2B5EF4-FFF2-40B4-BE49-F238E27FC236}">
                <a16:creationId xmlns:a16="http://schemas.microsoft.com/office/drawing/2014/main" id="{B6F0EA58-F312-4226-BE48-1AE1D62CF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96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98DD48-FF7C-4A19-BCC8-020DAEB5FF87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47A48-B6F5-44EC-B414-4580E4222E2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Refund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E5E735-0F9B-4F3B-B05C-07AF946776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83" b="20340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34343D0-F33D-4552-9377-95FCF68BE267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</a:t>
            </a:r>
            <a:r>
              <a:rPr lang="en-US" sz="1200" dirty="0" err="1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Rabiea</a:t>
            </a:r>
            <a:r>
              <a:rPr lang="en-US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 Abdelhalim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C5A1B0D5-D125-4A75-9EB0-EE1A2855B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0994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482FF7B-7A3C-4B42-94A7-361EEDDDC5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4049524"/>
              </p:ext>
            </p:extLst>
          </p:nvPr>
        </p:nvGraphicFramePr>
        <p:xfrm>
          <a:off x="1991176" y="1180536"/>
          <a:ext cx="5161648" cy="3252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57B2436B-B3C9-4ACA-B777-F452FDEE16A7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4" name="Graphic 3" descr="Call center with solid fill">
            <a:extLst>
              <a:ext uri="{FF2B5EF4-FFF2-40B4-BE49-F238E27FC236}">
                <a16:creationId xmlns:a16="http://schemas.microsoft.com/office/drawing/2014/main" id="{7D0F0E43-E75C-4CEE-90DA-17AE9C68E5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3507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B8E62C-3F3B-4D31-AD9F-2C0AA2D25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9" y="920563"/>
            <a:ext cx="8704121" cy="357943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91BC19-B219-4E1D-8228-235BA4A57557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Bank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FDF20A3-1161-4ECF-924F-3430A0080863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DC64485F-F50A-43C1-B7A8-8AC014F768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783DA-1E81-4A57-8659-2C5E3694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19" y="916475"/>
            <a:ext cx="8665118" cy="360472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1C1E1-F78E-4095-8F8C-D2961FCE8140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Bank Account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762FC0E-96B1-4A85-BB58-FCF350C75B9E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2CF9F038-2604-4413-94EC-0E71741015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1706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7C614-1BD6-49AE-95A2-867D48BFD9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992"/>
          <a:stretch/>
        </p:blipFill>
        <p:spPr>
          <a:xfrm>
            <a:off x="246719" y="916474"/>
            <a:ext cx="8724902" cy="367255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DC012-1E56-4FF4-869E-425258EBF2B8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Branch Bank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BE26427-1F0E-44E2-A949-5784A26D1E53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9" name="Graphic 8" descr="Call center with solid fill">
            <a:extLst>
              <a:ext uri="{FF2B5EF4-FFF2-40B4-BE49-F238E27FC236}">
                <a16:creationId xmlns:a16="http://schemas.microsoft.com/office/drawing/2014/main" id="{E0DFD8EA-BC0E-4292-9C7D-2F1EDB1A4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2987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2952C8-907C-4508-A3F9-A3CCAB1DE5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537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83CC6-039A-492A-9A55-33EC87749367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Branch Bank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964BFD-E8B0-4192-AA85-CA4517453F32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0F6ED390-12C1-4C5A-B108-59558B7667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6078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0A3D4-9002-476E-9702-9C1B7B3F75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083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A791BD-5F0F-4383-B712-BDF2B97552B5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Account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BDCDC89-45FA-4A61-BE90-6A9A0E7419FB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29708DC8-F5FB-4942-BF1F-316321251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1656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9A5AD-39C3-4E2A-B88F-B0ADF8033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19" y="916474"/>
            <a:ext cx="8650562" cy="367201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2EF84-116A-4A6F-97C7-94AC6897F94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Account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F474052-8022-488B-ADD1-6176F6AB0ED5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1BB48440-7C25-43BD-9D91-993EE5325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5156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490FC-A533-4510-B22E-BA7CABE94F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196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43B6C-BA3C-4C0E-8205-88E8B23FF5F5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Payment Documents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0CBD4C6-F3DD-439D-A19B-4341B881A057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5F1BFBAD-FEDD-4DA1-8B0D-89A34D3C0E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7602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FEAB30-F45D-478A-97BD-87C17933E8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583" b="9297"/>
          <a:stretch/>
        </p:blipFill>
        <p:spPr>
          <a:xfrm>
            <a:off x="246719" y="916475"/>
            <a:ext cx="8724902" cy="366296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8ADC6-EA7B-48B9-AB03-5E599E2DBF0F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BU Access in Bank Account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2EAE6D-260E-44E1-89C8-0DF04299DF52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DD13CC8F-26F5-4601-ABFA-A8564C3AC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6065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E5833C-EED2-41BF-9BE1-56FA42D4F7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068"/>
          <a:stretch/>
        </p:blipFill>
        <p:spPr>
          <a:xfrm>
            <a:off x="246718" y="916474"/>
            <a:ext cx="8724903" cy="366296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5C8C5-B70B-4AAC-ADF9-59C71AB409E8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Receipt Methods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9FEFB17-7B5D-4787-8E46-20E30B9EB6C9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C52E8689-6041-48D4-A16F-C74507D472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8430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55FBEA-8E6E-4BDF-AD99-AB12B20911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583" b="6397"/>
          <a:stretch/>
        </p:blipFill>
        <p:spPr>
          <a:xfrm>
            <a:off x="246719" y="916475"/>
            <a:ext cx="8724902" cy="366296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DACA90B-9C00-4910-82D8-3E637961F1E4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33FBE-E9BE-4654-8B35-2F5104D8DB6E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Receipt Methods</a:t>
            </a: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4664F72D-4B5C-4E27-93C1-A5FBEB54A9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024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1AC70B-EE28-4742-BD9C-160BFD346F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86"/>
          <a:stretch/>
        </p:blipFill>
        <p:spPr>
          <a:xfrm>
            <a:off x="209549" y="916474"/>
            <a:ext cx="8724902" cy="366296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D4BE2-6882-436B-8C23-53643E8AB531}"/>
              </a:ext>
            </a:extLst>
          </p:cNvPr>
          <p:cNvSpPr txBox="1"/>
          <p:nvPr/>
        </p:nvSpPr>
        <p:spPr>
          <a:xfrm>
            <a:off x="460744" y="4690980"/>
            <a:ext cx="466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Link the bank to the Receipt Method (Cash)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B3E2715-4392-44C3-9B0A-1B0D7AFFC321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4BCE59C7-D2E0-46E6-970A-91721A6740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4283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9B3A50-0A3D-425D-A1EF-9E2A706EF8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397" r="4583" b="4330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2E352-3FAF-4D4A-B51B-873005444591}"/>
              </a:ext>
            </a:extLst>
          </p:cNvPr>
          <p:cNvSpPr txBox="1"/>
          <p:nvPr/>
        </p:nvSpPr>
        <p:spPr>
          <a:xfrm>
            <a:off x="460744" y="4690980"/>
            <a:ext cx="479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Link the bank to the Receipt Method (Remitted)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2D96755-2764-458F-B46A-74D0C104AABA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6749E8AA-24A7-4527-A411-4B11E4DF1D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3485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315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F9A628-C786-4B9D-9FB2-4EAF814A4F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12" r="4583" b="3020"/>
          <a:stretch/>
        </p:blipFill>
        <p:spPr>
          <a:xfrm>
            <a:off x="246719" y="916475"/>
            <a:ext cx="8724902" cy="366295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2FC000-A050-47F2-8A32-9142D67D130F}"/>
              </a:ext>
            </a:extLst>
          </p:cNvPr>
          <p:cNvSpPr txBox="1"/>
          <p:nvPr/>
        </p:nvSpPr>
        <p:spPr>
          <a:xfrm>
            <a:off x="460744" y="4690980"/>
            <a:ext cx="487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Link the bank to the Receipt Method (Confirmed)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D56C1B7-C030-4269-8DCB-88445B571CCC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E418FE45-B978-4EDF-901D-2D25992A2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6597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315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2FC000-A050-47F2-8A32-9142D67D130F}"/>
              </a:ext>
            </a:extLst>
          </p:cNvPr>
          <p:cNvSpPr txBox="1"/>
          <p:nvPr/>
        </p:nvSpPr>
        <p:spPr>
          <a:xfrm>
            <a:off x="460744" y="4690980"/>
            <a:ext cx="487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Receipt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BA417-E673-4A9D-A178-B867B6A618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80" r="4583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7565248D-CDB8-4A89-B157-873AFD4262D8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9" name="Graphic 8" descr="Call center with solid fill">
            <a:extLst>
              <a:ext uri="{FF2B5EF4-FFF2-40B4-BE49-F238E27FC236}">
                <a16:creationId xmlns:a16="http://schemas.microsoft.com/office/drawing/2014/main" id="{FDF767B2-4A88-4DC9-B71F-450AC7BF8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8482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315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2FC000-A050-47F2-8A32-9142D67D130F}"/>
              </a:ext>
            </a:extLst>
          </p:cNvPr>
          <p:cNvSpPr txBox="1"/>
          <p:nvPr/>
        </p:nvSpPr>
        <p:spPr>
          <a:xfrm>
            <a:off x="460744" y="4690980"/>
            <a:ext cx="487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Receipt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B4B5E-CEF2-43BB-AFF0-CB76CEA3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19" y="916474"/>
            <a:ext cx="8722655" cy="366296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A60DE9C9-296F-4C62-AA30-1A314EA9161E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9" name="Graphic 8" descr="Call center with solid fill">
            <a:extLst>
              <a:ext uri="{FF2B5EF4-FFF2-40B4-BE49-F238E27FC236}">
                <a16:creationId xmlns:a16="http://schemas.microsoft.com/office/drawing/2014/main" id="{62B8A735-3E01-4785-88C0-EFF437A59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9381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8ADC6-EA7B-48B9-AB03-5E599E2DBF0F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Miscellaneous Cash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2EAE6D-260E-44E1-89C8-0DF04299DF52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59FC0-9AFA-44DD-8DA2-A5EB59A951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436"/>
          <a:stretch/>
        </p:blipFill>
        <p:spPr>
          <a:xfrm>
            <a:off x="246719" y="916474"/>
            <a:ext cx="8724902" cy="3662960"/>
          </a:xfrm>
          <a:prstGeom prst="rect">
            <a:avLst/>
          </a:prstGeom>
        </p:spPr>
      </p:pic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25577613-76AA-4C7A-B03D-CB629397C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2573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8ADC6-EA7B-48B9-AB03-5E599E2DBF0F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Miscellaneous Cash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2EAE6D-260E-44E1-89C8-0DF04299DF52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5DCCCB-27E9-4EC4-9F08-C29F9DC207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124"/>
          <a:stretch/>
        </p:blipFill>
        <p:spPr>
          <a:xfrm>
            <a:off x="246719" y="937119"/>
            <a:ext cx="8724902" cy="3642315"/>
          </a:xfrm>
          <a:prstGeom prst="rect">
            <a:avLst/>
          </a:prstGeom>
        </p:spPr>
      </p:pic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96BCB1E2-D360-4CB6-A27A-2C25D95FA0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8032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8ADC6-EA7B-48B9-AB03-5E599E2DBF0F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Report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2EAE6D-260E-44E1-89C8-0DF04299DF52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96BCB1E2-D360-4CB6-A27A-2C25D95FA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B98285-AC30-473B-AF87-0793C7CFCF5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52" b="4479"/>
          <a:stretch/>
        </p:blipFill>
        <p:spPr>
          <a:xfrm>
            <a:off x="283889" y="916475"/>
            <a:ext cx="8650562" cy="366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63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2EAE6D-260E-44E1-89C8-0DF04299DF52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96BCB1E2-D360-4CB6-A27A-2C25D95FA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2FD9D0-69FA-471B-B9AE-83B0AFC7A28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583"/>
          <a:stretch/>
        </p:blipFill>
        <p:spPr>
          <a:xfrm>
            <a:off x="246719" y="916474"/>
            <a:ext cx="8724902" cy="36329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D89CF5-8F99-400B-A3D5-65106F71F360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4052749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71EEBD-41DC-4265-A535-95EB751368B6}"/>
              </a:ext>
            </a:extLst>
          </p:cNvPr>
          <p:cNvSpPr/>
          <p:nvPr/>
        </p:nvSpPr>
        <p:spPr>
          <a:xfrm>
            <a:off x="246719" y="916474"/>
            <a:ext cx="8724902" cy="3662960"/>
          </a:xfrm>
          <a:prstGeom prst="rect">
            <a:avLst/>
          </a:prstGeom>
          <a:noFill/>
          <a:ln w="57150" cmpd="dbl">
            <a:solidFill>
              <a:srgbClr val="D4C1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2EAE6D-260E-44E1-89C8-0DF04299DF52}"/>
              </a:ext>
            </a:extLst>
          </p:cNvPr>
          <p:cNvSpPr/>
          <p:nvPr/>
        </p:nvSpPr>
        <p:spPr>
          <a:xfrm>
            <a:off x="1426309" y="281214"/>
            <a:ext cx="2024179" cy="42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GB" sz="1200" dirty="0">
                <a:solidFill>
                  <a:srgbClr val="667270"/>
                </a:solidFill>
                <a:latin typeface="Book Antiqua" panose="02040602050305030304" pitchFamily="18" charset="0"/>
                <a:ea typeface="Cairo" pitchFamily="34" charset="-122"/>
              </a:rPr>
              <a:t>Ahmed Mahmoud Salah</a:t>
            </a:r>
            <a:endParaRPr lang="en-US" sz="1200" dirty="0">
              <a:solidFill>
                <a:srgbClr val="667270"/>
              </a:solidFill>
              <a:latin typeface="Book Antiqua" panose="02040602050305030304" pitchFamily="18" charset="0"/>
              <a:ea typeface="Cairo" pitchFamily="34" charset="-122"/>
            </a:endParaRPr>
          </a:p>
        </p:txBody>
      </p:sp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96BCB1E2-D360-4CB6-A27A-2C25D95FA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275" y="342950"/>
            <a:ext cx="300034" cy="300034"/>
          </a:xfrm>
          <a:prstGeom prst="rect">
            <a:avLst/>
          </a:prstGeom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2FD9D0-69FA-471B-B9AE-83B0AFC7A28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382" r="1" b="45456"/>
          <a:stretch/>
        </p:blipFill>
        <p:spPr>
          <a:xfrm>
            <a:off x="246719" y="916473"/>
            <a:ext cx="8724902" cy="3662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D89CF5-8F99-400B-A3D5-65106F71F360}"/>
              </a:ext>
            </a:extLst>
          </p:cNvPr>
          <p:cNvSpPr txBox="1"/>
          <p:nvPr/>
        </p:nvSpPr>
        <p:spPr>
          <a:xfrm>
            <a:off x="460744" y="4690980"/>
            <a:ext cx="3955311" cy="37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600160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60" y="0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8ADC6-EA7B-48B9-AB03-5E599E2DBF0F}"/>
              </a:ext>
            </a:extLst>
          </p:cNvPr>
          <p:cNvSpPr txBox="1"/>
          <p:nvPr/>
        </p:nvSpPr>
        <p:spPr>
          <a:xfrm>
            <a:off x="2649879" y="1248311"/>
            <a:ext cx="384424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600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3955555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3090701" y="162045"/>
            <a:ext cx="57150" cy="51435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8ADC6-EA7B-48B9-AB03-5E599E2DBF0F}"/>
              </a:ext>
            </a:extLst>
          </p:cNvPr>
          <p:cNvSpPr txBox="1"/>
          <p:nvPr/>
        </p:nvSpPr>
        <p:spPr>
          <a:xfrm>
            <a:off x="1457688" y="1248311"/>
            <a:ext cx="622862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6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055275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3433</TotalTime>
  <Words>378</Words>
  <Application>Microsoft Office PowerPoint</Application>
  <PresentationFormat>On-screen Show (16:9)</PresentationFormat>
  <Paragraphs>136</Paragraphs>
  <Slides>63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Book Antiqua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Mahmoud Salah</cp:lastModifiedBy>
  <cp:revision>40</cp:revision>
  <cp:lastPrinted>2026-10-26T16:37:40Z</cp:lastPrinted>
  <dcterms:created xsi:type="dcterms:W3CDTF">2026-10-17T16:16:01Z</dcterms:created>
  <dcterms:modified xsi:type="dcterms:W3CDTF">2026-10-26T16:56:08Z</dcterms:modified>
</cp:coreProperties>
</file>